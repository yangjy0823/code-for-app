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375" r:id="rId2"/>
    <p:sldId id="276" r:id="rId3"/>
    <p:sldId id="277" r:id="rId4"/>
    <p:sldId id="382" r:id="rId5"/>
    <p:sldId id="376" r:id="rId6"/>
    <p:sldId id="377" r:id="rId7"/>
    <p:sldId id="378" r:id="rId8"/>
    <p:sldId id="379" r:id="rId9"/>
    <p:sldId id="278" r:id="rId10"/>
    <p:sldId id="280" r:id="rId11"/>
    <p:sldId id="281" r:id="rId12"/>
    <p:sldId id="384" r:id="rId13"/>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Palatino Linotype" panose="02040502050505030304" charset="0"/>
        <a:ea typeface="MS PGothic" panose="020B0600070205080204" charset="-128"/>
        <a:cs typeface="MS PGothic" panose="020B0600070205080204" charset="-128"/>
      </a:defRPr>
    </a:lvl1pPr>
    <a:lvl2pPr marL="457200" algn="l" rtl="0" fontAlgn="base">
      <a:spcBef>
        <a:spcPct val="0"/>
      </a:spcBef>
      <a:spcAft>
        <a:spcPct val="0"/>
      </a:spcAft>
      <a:defRPr kern="1200">
        <a:solidFill>
          <a:schemeClr val="tx1"/>
        </a:solidFill>
        <a:latin typeface="Palatino Linotype" panose="02040502050505030304" charset="0"/>
        <a:ea typeface="MS PGothic" panose="020B0600070205080204" charset="-128"/>
        <a:cs typeface="MS PGothic" panose="020B0600070205080204" charset="-128"/>
      </a:defRPr>
    </a:lvl2pPr>
    <a:lvl3pPr marL="914400" algn="l" rtl="0" fontAlgn="base">
      <a:spcBef>
        <a:spcPct val="0"/>
      </a:spcBef>
      <a:spcAft>
        <a:spcPct val="0"/>
      </a:spcAft>
      <a:defRPr kern="1200">
        <a:solidFill>
          <a:schemeClr val="tx1"/>
        </a:solidFill>
        <a:latin typeface="Palatino Linotype" panose="02040502050505030304" charset="0"/>
        <a:ea typeface="MS PGothic" panose="020B0600070205080204" charset="-128"/>
        <a:cs typeface="MS PGothic" panose="020B0600070205080204" charset="-128"/>
      </a:defRPr>
    </a:lvl3pPr>
    <a:lvl4pPr marL="1371600" algn="l" rtl="0" fontAlgn="base">
      <a:spcBef>
        <a:spcPct val="0"/>
      </a:spcBef>
      <a:spcAft>
        <a:spcPct val="0"/>
      </a:spcAft>
      <a:defRPr kern="1200">
        <a:solidFill>
          <a:schemeClr val="tx1"/>
        </a:solidFill>
        <a:latin typeface="Palatino Linotype" panose="02040502050505030304" charset="0"/>
        <a:ea typeface="MS PGothic" panose="020B0600070205080204" charset="-128"/>
        <a:cs typeface="MS PGothic" panose="020B0600070205080204" charset="-128"/>
      </a:defRPr>
    </a:lvl4pPr>
    <a:lvl5pPr marL="1828800" algn="l" rtl="0" fontAlgn="base">
      <a:spcBef>
        <a:spcPct val="0"/>
      </a:spcBef>
      <a:spcAft>
        <a:spcPct val="0"/>
      </a:spcAft>
      <a:defRPr kern="1200">
        <a:solidFill>
          <a:schemeClr val="tx1"/>
        </a:solidFill>
        <a:latin typeface="Palatino Linotype" panose="02040502050505030304" charset="0"/>
        <a:ea typeface="MS PGothic" panose="020B0600070205080204" charset="-128"/>
        <a:cs typeface="MS PGothic" panose="020B0600070205080204" charset="-128"/>
      </a:defRPr>
    </a:lvl5pPr>
    <a:lvl6pPr marL="2286000" algn="l" defTabSz="457200" rtl="0" eaLnBrk="1" latinLnBrk="0" hangingPunct="1">
      <a:defRPr kern="1200">
        <a:solidFill>
          <a:schemeClr val="tx1"/>
        </a:solidFill>
        <a:latin typeface="Palatino Linotype" panose="02040502050505030304" charset="0"/>
        <a:ea typeface="MS PGothic" panose="020B0600070205080204" charset="-128"/>
        <a:cs typeface="MS PGothic" panose="020B0600070205080204" charset="-128"/>
      </a:defRPr>
    </a:lvl6pPr>
    <a:lvl7pPr marL="2743200" algn="l" defTabSz="457200" rtl="0" eaLnBrk="1" latinLnBrk="0" hangingPunct="1">
      <a:defRPr kern="1200">
        <a:solidFill>
          <a:schemeClr val="tx1"/>
        </a:solidFill>
        <a:latin typeface="Palatino Linotype" panose="02040502050505030304" charset="0"/>
        <a:ea typeface="MS PGothic" panose="020B0600070205080204" charset="-128"/>
        <a:cs typeface="MS PGothic" panose="020B0600070205080204" charset="-128"/>
      </a:defRPr>
    </a:lvl7pPr>
    <a:lvl8pPr marL="3200400" algn="l" defTabSz="457200" rtl="0" eaLnBrk="1" latinLnBrk="0" hangingPunct="1">
      <a:defRPr kern="1200">
        <a:solidFill>
          <a:schemeClr val="tx1"/>
        </a:solidFill>
        <a:latin typeface="Palatino Linotype" panose="02040502050505030304" charset="0"/>
        <a:ea typeface="MS PGothic" panose="020B0600070205080204" charset="-128"/>
        <a:cs typeface="MS PGothic" panose="020B0600070205080204" charset="-128"/>
      </a:defRPr>
    </a:lvl8pPr>
    <a:lvl9pPr marL="3657600" algn="l" defTabSz="457200" rtl="0" eaLnBrk="1" latinLnBrk="0" hangingPunct="1">
      <a:defRPr kern="1200">
        <a:solidFill>
          <a:schemeClr val="tx1"/>
        </a:solidFill>
        <a:latin typeface="Palatino Linotype" panose="02040502050505030304" charset="0"/>
        <a:ea typeface="MS PGothic" panose="020B0600070205080204" charset="-128"/>
        <a:cs typeface="MS PGothic" panose="020B0600070205080204" charset="-128"/>
      </a:defRPr>
    </a:lvl9pPr>
  </p:defaultTextStyle>
  <p:extLst>
    <p:ext uri="{EFAFB233-063F-42B5-8137-9DF3F51BA10A}">
      <p15:sldGuideLst xmlns:p15="http://schemas.microsoft.com/office/powerpoint/2012/main">
        <p15:guide id="1" orient="horz" pos="2191" userDrawn="1">
          <p15:clr>
            <a:srgbClr val="A4A3A4"/>
          </p15:clr>
        </p15:guide>
        <p15:guide id="2" pos="2880" userDrawn="1">
          <p15:clr>
            <a:srgbClr val="A4A3A4"/>
          </p15:clr>
        </p15:guide>
      </p15:sldGuideLst>
    </p:ext>
    <p:ext uri="{2D200454-40CA-4A62-9FC3-DE9A4176ACB9}">
      <p15:notesGuideLst xmlns:p15="http://schemas.microsoft.com/office/powerpoint/2012/main">
        <p15:guide id="1" orient="horz" pos="2922">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94" autoAdjust="0"/>
    <p:restoredTop sz="94599" autoAdjust="0"/>
  </p:normalViewPr>
  <p:slideViewPr>
    <p:cSldViewPr snapToGrid="0" snapToObjects="1">
      <p:cViewPr varScale="1">
        <p:scale>
          <a:sx n="80" d="100"/>
          <a:sy n="80" d="100"/>
        </p:scale>
        <p:origin x="717" y="54"/>
      </p:cViewPr>
      <p:guideLst>
        <p:guide orient="horz" pos="2191"/>
        <p:guide pos="2880"/>
      </p:guideLst>
    </p:cSldViewPr>
  </p:slideViewPr>
  <p:outlineViewPr>
    <p:cViewPr>
      <p:scale>
        <a:sx n="33" d="100"/>
        <a:sy n="33" d="100"/>
      </p:scale>
      <p:origin x="0" y="6912"/>
    </p:cViewPr>
  </p:outlineViewPr>
  <p:notesTextViewPr>
    <p:cViewPr>
      <p:scale>
        <a:sx n="100" d="100"/>
        <a:sy n="100" d="100"/>
      </p:scale>
      <p:origin x="0" y="0"/>
    </p:cViewPr>
  </p:notesTextViewPr>
  <p:notesViewPr>
    <p:cSldViewPr snapToGrid="0" snapToObjects="1">
      <p:cViewPr varScale="1">
        <p:scale>
          <a:sx n="76" d="100"/>
          <a:sy n="76" d="100"/>
        </p:scale>
        <p:origin x="-3416" y="-112"/>
      </p:cViewPr>
      <p:guideLst>
        <p:guide orient="horz" pos="2922"/>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cs typeface="+mn-cs"/>
              </a:defRPr>
            </a:lvl1pPr>
          </a:lstStyle>
          <a:p>
            <a:pPr>
              <a:defRPr/>
            </a:pPr>
            <a:fld id="{4D76180E-8CDD-844D-B282-AE1CE1C8E33F}" type="datetimeFigureOut">
              <a:rPr lang="en-US"/>
              <a:t>11/24/2025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cs typeface="+mn-cs"/>
              </a:defRPr>
            </a:lvl1pPr>
          </a:lstStyle>
          <a:p>
            <a:pPr>
              <a:defRPr/>
            </a:pPr>
            <a:fld id="{DD7A2973-0B82-CA49-B4A8-0E18EE1E82ED}" type="slidenum">
              <a:rPr lang="en-US"/>
              <a:t>‹#›</a:t>
            </a:fld>
            <a:endParaRPr lang="en-US"/>
          </a:p>
        </p:txBody>
      </p:sp>
    </p:spTree>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MS PGothic" panose="020B0600070205080204" charset="-128"/>
        <a:cs typeface="MS PGothic" panose="020B0600070205080204" charset="-128"/>
      </a:defRPr>
    </a:lvl1pPr>
    <a:lvl2pPr marL="457200" algn="l" defTabSz="457200" rtl="0" eaLnBrk="0" fontAlgn="base" hangingPunct="0">
      <a:spcBef>
        <a:spcPct val="30000"/>
      </a:spcBef>
      <a:spcAft>
        <a:spcPct val="0"/>
      </a:spcAft>
      <a:defRPr sz="1200" kern="1200">
        <a:solidFill>
          <a:schemeClr val="tx1"/>
        </a:solidFill>
        <a:latin typeface="+mn-lt"/>
        <a:ea typeface="MS PGothic" panose="020B0600070205080204" charset="-128"/>
        <a:cs typeface="+mn-cs"/>
      </a:defRPr>
    </a:lvl2pPr>
    <a:lvl3pPr marL="914400" algn="l" defTabSz="457200" rtl="0" eaLnBrk="0" fontAlgn="base" hangingPunct="0">
      <a:spcBef>
        <a:spcPct val="30000"/>
      </a:spcBef>
      <a:spcAft>
        <a:spcPct val="0"/>
      </a:spcAft>
      <a:defRPr sz="1200" kern="1200">
        <a:solidFill>
          <a:schemeClr val="tx1"/>
        </a:solidFill>
        <a:latin typeface="+mn-lt"/>
        <a:ea typeface="MS PGothic" panose="020B0600070205080204" charset="-128"/>
        <a:cs typeface="+mn-cs"/>
      </a:defRPr>
    </a:lvl3pPr>
    <a:lvl4pPr marL="1371600" algn="l" defTabSz="457200" rtl="0" eaLnBrk="0" fontAlgn="base" hangingPunct="0">
      <a:spcBef>
        <a:spcPct val="30000"/>
      </a:spcBef>
      <a:spcAft>
        <a:spcPct val="0"/>
      </a:spcAft>
      <a:defRPr sz="1200" kern="1200">
        <a:solidFill>
          <a:schemeClr val="tx1"/>
        </a:solidFill>
        <a:latin typeface="+mn-lt"/>
        <a:ea typeface="MS PGothic" panose="020B0600070205080204" charset="-128"/>
        <a:cs typeface="+mn-cs"/>
      </a:defRPr>
    </a:lvl4pPr>
    <a:lvl5pPr marL="1828800" algn="l" defTabSz="457200" rtl="0" eaLnBrk="0" fontAlgn="base" hangingPunct="0">
      <a:spcBef>
        <a:spcPct val="30000"/>
      </a:spcBef>
      <a:spcAft>
        <a:spcPct val="0"/>
      </a:spcAft>
      <a:defRPr sz="1200" kern="1200">
        <a:solidFill>
          <a:schemeClr val="tx1"/>
        </a:solidFill>
        <a:latin typeface="+mn-lt"/>
        <a:ea typeface="MS PGothic" panose="020B060007020508020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09601"/>
            <a:ext cx="7772400" cy="4267200"/>
          </a:xfrm>
        </p:spPr>
        <p:txBody>
          <a:bodyPr/>
          <a:lstStyle>
            <a:lvl1pPr>
              <a:lnSpc>
                <a:spcPct val="100000"/>
              </a:lnSpc>
              <a:defRPr sz="8000"/>
            </a:lvl1pPr>
          </a:lstStyle>
          <a:p>
            <a:r>
              <a:rPr lang="en-US"/>
              <a:t>Click to edit Master title style</a:t>
            </a:r>
            <a:endParaRPr lang="en-US" dirty="0"/>
          </a:p>
        </p:txBody>
      </p:sp>
      <p:sp>
        <p:nvSpPr>
          <p:cNvPr id="3" name="Subtitle 2"/>
          <p:cNvSpPr>
            <a:spLocks noGrp="1"/>
          </p:cNvSpPr>
          <p:nvPr>
            <p:ph type="subTitle" idx="1"/>
          </p:nvPr>
        </p:nvSpPr>
        <p:spPr>
          <a:xfrm>
            <a:off x="1371600" y="4953000"/>
            <a:ext cx="6400800" cy="12192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9D4E6C11-6197-1D44-97AC-598BA828BC96}" type="datetimeFigureOut">
              <a:rPr lang="en-US"/>
              <a:t>11/24/2025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6CEBAE8-0CDE-2A4E-8D1F-3754DE8CE5A1}"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anose="020B0604020202020204" pitchFamily="34" charset="0"/>
              <a:buChar cha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7AF05821-2C6E-484C-90A0-063B919D24EC}" type="datetimeFigureOut">
              <a:rPr lang="en-US"/>
              <a:t>11/24/2025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021FD42-423E-B948-AD6D-C4F8BD8097A4}"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Oval 3"/>
          <p:cNvSpPr/>
          <p:nvPr/>
        </p:nvSpPr>
        <p:spPr>
          <a:xfrm>
            <a:off x="4495800" y="3924300"/>
            <a:ext cx="84138" cy="84138"/>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Oval 4"/>
          <p:cNvSpPr/>
          <p:nvPr/>
        </p:nvSpPr>
        <p:spPr>
          <a:xfrm>
            <a:off x="4695825" y="3924300"/>
            <a:ext cx="84138" cy="84138"/>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Oval 5"/>
          <p:cNvSpPr/>
          <p:nvPr/>
        </p:nvSpPr>
        <p:spPr>
          <a:xfrm>
            <a:off x="4297363" y="3924300"/>
            <a:ext cx="84137" cy="84138"/>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722313" y="1371600"/>
            <a:ext cx="7772400" cy="2505075"/>
          </a:xfrm>
        </p:spPr>
        <p:txBody>
          <a:bodyPr/>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n-US"/>
              <a:t>Click to edit Master title style</a:t>
            </a:r>
            <a:endParaRPr lang="en-US" dirty="0"/>
          </a:p>
        </p:txBody>
      </p:sp>
      <p:sp>
        <p:nvSpPr>
          <p:cNvPr id="3" name="Text Placeholder 2"/>
          <p:cNvSpPr>
            <a:spLocks noGrp="1"/>
          </p:cNvSpPr>
          <p:nvPr>
            <p:ph type="body" idx="1"/>
          </p:nvPr>
        </p:nvSpPr>
        <p:spPr>
          <a:xfrm>
            <a:off x="722313" y="4068763"/>
            <a:ext cx="7772400" cy="1131887"/>
          </a:xfrm>
        </p:spPr>
        <p:txBody>
          <a:bodyPr/>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3"/>
          <p:cNvSpPr>
            <a:spLocks noGrp="1"/>
          </p:cNvSpPr>
          <p:nvPr>
            <p:ph type="dt" sz="half" idx="10"/>
          </p:nvPr>
        </p:nvSpPr>
        <p:spPr/>
        <p:txBody>
          <a:bodyPr/>
          <a:lstStyle>
            <a:lvl1pPr>
              <a:defRPr/>
            </a:lvl1pPr>
          </a:lstStyle>
          <a:p>
            <a:pPr>
              <a:defRPr/>
            </a:pPr>
            <a:fld id="{C484FD4C-E54E-744C-B69B-33373C5D2316}" type="datetimeFigureOut">
              <a:rPr lang="en-US"/>
              <a:t>11/24/2025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EDF921C4-6C87-184D-9607-93D13F085B51}"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8"/>
          <p:cNvSpPr>
            <a:spLocks noGrp="1"/>
          </p:cNvSpPr>
          <p:nvPr>
            <p:ph sz="quarter" idx="13"/>
          </p:nvPr>
        </p:nvSpPr>
        <p:spPr>
          <a:xfrm>
            <a:off x="365760" y="1600200"/>
            <a:ext cx="4041648" cy="4526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4"/>
          </p:nvPr>
        </p:nvSpPr>
        <p:spPr/>
        <p:txBody>
          <a:bodyPr/>
          <a:lstStyle>
            <a:lvl1pPr>
              <a:defRPr/>
            </a:lvl1pPr>
          </a:lstStyle>
          <a:p>
            <a:pPr>
              <a:defRPr/>
            </a:pPr>
            <a:fld id="{C686C3FF-4899-9545-A303-9F766FEECDA3}" type="datetimeFigureOut">
              <a:rPr lang="en-US"/>
              <a:t>11/24/2025</a:t>
            </a:fld>
            <a:endParaRPr lang="en-US"/>
          </a:p>
        </p:txBody>
      </p:sp>
      <p:sp>
        <p:nvSpPr>
          <p:cNvPr id="6" name="Footer Placeholder 4"/>
          <p:cNvSpPr>
            <a:spLocks noGrp="1"/>
          </p:cNvSpPr>
          <p:nvPr>
            <p:ph type="ftr" sz="quarter" idx="15"/>
          </p:nvPr>
        </p:nvSpPr>
        <p:spPr/>
        <p:txBody>
          <a:bodyPr/>
          <a:lstStyle>
            <a:lvl1pPr>
              <a:defRPr/>
            </a:lvl1pPr>
          </a:lstStyle>
          <a:p>
            <a:pPr>
              <a:defRPr/>
            </a:pPr>
            <a:endParaRPr lang="en-US"/>
          </a:p>
        </p:txBody>
      </p:sp>
      <p:sp>
        <p:nvSpPr>
          <p:cNvPr id="7" name="Slide Number Placeholder 5"/>
          <p:cNvSpPr>
            <a:spLocks noGrp="1"/>
          </p:cNvSpPr>
          <p:nvPr>
            <p:ph type="sldNum" sz="quarter" idx="16"/>
          </p:nvPr>
        </p:nvSpPr>
        <p:spPr/>
        <p:txBody>
          <a:bodyPr/>
          <a:lstStyle>
            <a:lvl1pPr>
              <a:defRPr/>
            </a:lvl1pPr>
          </a:lstStyle>
          <a:p>
            <a:pPr>
              <a:defRPr/>
            </a:pPr>
            <a:fld id="{E61DAAC3-2C65-0645-99D3-FDE9006DF830}"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600200"/>
            <a:ext cx="4040188"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4648200" y="1600200"/>
            <a:ext cx="4041775"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Content Placeholder 10"/>
          <p:cNvSpPr>
            <a:spLocks noGrp="1"/>
          </p:cNvSpPr>
          <p:nvPr>
            <p:ph sz="quarter" idx="13"/>
          </p:nvPr>
        </p:nvSpPr>
        <p:spPr>
          <a:xfrm>
            <a:off x="457200" y="2212848"/>
            <a:ext cx="4041648" cy="39136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4"/>
          </p:nvPr>
        </p:nvSpPr>
        <p:spPr>
          <a:xfrm>
            <a:off x="4672584" y="2212848"/>
            <a:ext cx="4041648" cy="3913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5"/>
          </p:nvPr>
        </p:nvSpPr>
        <p:spPr/>
        <p:txBody>
          <a:bodyPr/>
          <a:lstStyle>
            <a:lvl1pPr>
              <a:defRPr/>
            </a:lvl1pPr>
          </a:lstStyle>
          <a:p>
            <a:pPr>
              <a:defRPr/>
            </a:pPr>
            <a:fld id="{EFFAFFC5-3E7F-F84E-81A2-772EBD4E77EE}" type="datetimeFigureOut">
              <a:rPr lang="en-US"/>
              <a:t>11/24/2025</a:t>
            </a:fld>
            <a:endParaRPr lang="en-US"/>
          </a:p>
        </p:txBody>
      </p:sp>
      <p:sp>
        <p:nvSpPr>
          <p:cNvPr id="8" name="Footer Placeholder 4"/>
          <p:cNvSpPr>
            <a:spLocks noGrp="1"/>
          </p:cNvSpPr>
          <p:nvPr>
            <p:ph type="ftr" sz="quarter" idx="16"/>
          </p:nvPr>
        </p:nvSpPr>
        <p:spPr/>
        <p:txBody>
          <a:bodyPr/>
          <a:lstStyle>
            <a:lvl1pPr>
              <a:defRPr/>
            </a:lvl1pPr>
          </a:lstStyle>
          <a:p>
            <a:pPr>
              <a:defRPr/>
            </a:pPr>
            <a:endParaRPr lang="en-US"/>
          </a:p>
        </p:txBody>
      </p:sp>
      <p:sp>
        <p:nvSpPr>
          <p:cNvPr id="9" name="Slide Number Placeholder 5"/>
          <p:cNvSpPr>
            <a:spLocks noGrp="1"/>
          </p:cNvSpPr>
          <p:nvPr>
            <p:ph type="sldNum" sz="quarter" idx="17"/>
          </p:nvPr>
        </p:nvSpPr>
        <p:spPr/>
        <p:txBody>
          <a:bodyPr/>
          <a:lstStyle>
            <a:lvl1pPr>
              <a:defRPr/>
            </a:lvl1pPr>
          </a:lstStyle>
          <a:p>
            <a:pPr>
              <a:defRPr/>
            </a:pPr>
            <a:fld id="{1AD07538-BE2C-4046-8C25-CC35D88AECE2}"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p:cNvSpPr>
            <a:spLocks noGrp="1"/>
          </p:cNvSpPr>
          <p:nvPr>
            <p:ph type="dt" sz="half" idx="10"/>
          </p:nvPr>
        </p:nvSpPr>
        <p:spPr/>
        <p:txBody>
          <a:bodyPr/>
          <a:lstStyle>
            <a:lvl1pPr>
              <a:defRPr/>
            </a:lvl1pPr>
          </a:lstStyle>
          <a:p>
            <a:pPr>
              <a:defRPr/>
            </a:pPr>
            <a:fld id="{DE58748F-3A0F-4647-9772-7F548E082E1F}" type="datetimeFigureOut">
              <a:rPr lang="en-US"/>
              <a:t>11/24/2025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E832EE8A-F937-8F4C-91C6-9503F9C47D55}"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A2F88164-C6CD-F44B-AEC0-9B564019113F}" type="datetimeFigureOut">
              <a:rPr lang="en-US"/>
              <a:t>11/24/2025</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EE4CC262-58D9-3940-AE1E-49A41E8B010D}"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07087" y="266700"/>
            <a:ext cx="3008313" cy="2095500"/>
          </a:xfrm>
        </p:spPr>
        <p:txBody>
          <a:bodyPr/>
          <a:lstStyle>
            <a:lvl1pPr algn="ctr">
              <a:lnSpc>
                <a:spcPct val="100000"/>
              </a:lnSpc>
              <a:defRPr sz="2800" b="0">
                <a:effectLst>
                  <a:outerShdw blurRad="50800" dist="25400" dir="5400000" algn="t" rotWithShape="0">
                    <a:prstClr val="black">
                      <a:alpha val="25000"/>
                    </a:prstClr>
                  </a:outerShdw>
                </a:effectLst>
              </a:defRPr>
            </a:lvl1pPr>
          </a:lstStyle>
          <a:p>
            <a:r>
              <a:rPr lang="en-US"/>
              <a:t>Click to edit Master title style</a:t>
            </a:r>
            <a:endParaRPr lang="en-US" dirty="0"/>
          </a:p>
        </p:txBody>
      </p:sp>
      <p:sp>
        <p:nvSpPr>
          <p:cNvPr id="3" name="Content Placeholder 2"/>
          <p:cNvSpPr>
            <a:spLocks noGrp="1"/>
          </p:cNvSpPr>
          <p:nvPr>
            <p:ph idx="1"/>
          </p:nvPr>
        </p:nvSpPr>
        <p:spPr>
          <a:xfrm>
            <a:off x="719137" y="273050"/>
            <a:ext cx="499586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907087" y="2438400"/>
            <a:ext cx="3008313" cy="3687763"/>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D34817CC-98DE-2248-873E-42CD101E6D17}" type="datetimeFigureOut">
              <a:rPr lang="en-US"/>
              <a:t>11/24/2025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37E5312D-F7E5-9849-B6E3-247D3DA34E7D}"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6" y="228600"/>
            <a:ext cx="5711824" cy="895350"/>
          </a:xfrm>
        </p:spPr>
        <p:txBody>
          <a:bodyPr/>
          <a:lstStyle>
            <a:lvl1pPr algn="ctr">
              <a:lnSpc>
                <a:spcPct val="100000"/>
              </a:lnSpc>
              <a:defRPr sz="2800" b="0"/>
            </a:lvl1pPr>
          </a:lstStyle>
          <a:p>
            <a:r>
              <a:rPr lang="en-US"/>
              <a:t>Click to edit Master title style</a:t>
            </a:r>
            <a:endParaRPr lang="en-US" dirty="0"/>
          </a:p>
        </p:txBody>
      </p:sp>
      <p:sp>
        <p:nvSpPr>
          <p:cNvPr id="3" name="Picture Placeholder 2"/>
          <p:cNvSpPr>
            <a:spLocks noGrp="1"/>
          </p:cNvSpPr>
          <p:nvPr>
            <p:ph type="pic" idx="1" hasCustomPrompt="1"/>
          </p:nvPr>
        </p:nvSpPr>
        <p:spPr>
          <a:xfrm>
            <a:off x="1508126" y="1143000"/>
            <a:ext cx="6054724" cy="4541044"/>
          </a:xfrm>
          <a:ln w="76200">
            <a:solidFill>
              <a:schemeClr val="bg1"/>
            </a:solidFill>
          </a:ln>
          <a:effectLst>
            <a:outerShdw blurRad="88900" dist="50800" dir="5400000" algn="ctr" rotWithShape="0">
              <a:srgbClr val="000000">
                <a:alpha val="25000"/>
              </a:srgbClr>
            </a:outerShdw>
          </a:effectLst>
        </p:spPr>
        <p:txBody>
          <a:bodyPr rtlCol="0">
            <a:norm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Drag picture to placeholder or click icon to add</a:t>
            </a:r>
            <a:endParaRPr lang="en-US" noProof="0" dirty="0"/>
          </a:p>
        </p:txBody>
      </p:sp>
      <p:sp>
        <p:nvSpPr>
          <p:cNvPr id="4" name="Text Placeholder 3"/>
          <p:cNvSpPr>
            <a:spLocks noGrp="1"/>
          </p:cNvSpPr>
          <p:nvPr>
            <p:ph type="body" sz="half" idx="2"/>
          </p:nvPr>
        </p:nvSpPr>
        <p:spPr>
          <a:xfrm>
            <a:off x="1679576" y="5810250"/>
            <a:ext cx="5711824" cy="533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EAC7A914-1064-0B4B-BE6B-5A06693D1E43}" type="datetimeFigureOut">
              <a:rPr lang="en-US"/>
              <a:t>11/24/2025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DA0E5588-1AEF-2D42-98B1-64AEB8BCD1C3}"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BC8C7A70-786F-D74B-B552-E2C55A46234F}" type="datetimeFigureOut">
              <a:rPr lang="en-US"/>
              <a:t>11/24/2025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767A5112-EC9D-4E45-8C36-A7D4E37FFE4C}"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27F2EDA3-A0D9-4847-8F89-24F43227527A}" type="datetimeFigureOut">
              <a:rPr lang="en-US"/>
              <a:t>11/24/2025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DC56453-A001-A54F-9712-3401D08C8829}"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1600200"/>
          </a:xfrm>
          <a:prstGeom prst="rect">
            <a:avLst/>
          </a:prstGeom>
        </p:spPr>
        <p:txBody>
          <a:bodyPr vert="horz" lIns="91440" tIns="45720" rIns="91440" bIns="45720" rtlCol="0" anchor="b">
            <a:noAutofit/>
          </a:bodyPr>
          <a:lstStyle/>
          <a:p>
            <a:r>
              <a:rPr lang="en-US"/>
              <a:t>Click to edit Master title style</a:t>
            </a:r>
            <a:endParaRPr lang="en-US" dirty="0"/>
          </a:p>
        </p:txBody>
      </p:sp>
      <p:sp>
        <p:nvSpPr>
          <p:cNvPr id="1027" name="Text Placeholder 2"/>
          <p:cNvSpPr>
            <a:spLocks noGrp="1"/>
          </p:cNvSpPr>
          <p:nvPr>
            <p:ph type="body" idx="1"/>
          </p:nvPr>
        </p:nvSpPr>
        <p:spPr bwMode="auto">
          <a:xfrm>
            <a:off x="457200" y="1600200"/>
            <a:ext cx="8229600" cy="4525963"/>
          </a:xfrm>
          <a:prstGeom prst="rect">
            <a:avLst/>
          </a:prstGeom>
          <a:noFill/>
          <a:ln>
            <a:noFill/>
          </a:ln>
        </p:spPr>
        <p:txBody>
          <a:bodyPr vert="horz" wrap="square" lIns="91440" tIns="45720" rIns="91440" bIns="45720" numCol="1" anchor="t" anchorCtr="0" compatLnSpc="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362700" y="6356350"/>
            <a:ext cx="2085975" cy="365125"/>
          </a:xfrm>
          <a:prstGeom prst="rect">
            <a:avLst/>
          </a:prstGeom>
        </p:spPr>
        <p:txBody>
          <a:bodyPr vert="horz" lIns="91440" tIns="45720" rIns="45720" bIns="45720" rtlCol="0" anchor="ctr"/>
          <a:lstStyle>
            <a:lvl1pPr algn="r" fontAlgn="auto">
              <a:spcBef>
                <a:spcPts val="0"/>
              </a:spcBef>
              <a:spcAft>
                <a:spcPts val="0"/>
              </a:spcAft>
              <a:defRPr sz="1200">
                <a:solidFill>
                  <a:schemeClr val="tx1">
                    <a:lumMod val="65000"/>
                    <a:lumOff val="35000"/>
                  </a:schemeClr>
                </a:solidFill>
                <a:latin typeface="Century Gothic" panose="020B0502020202020204" pitchFamily="34" charset="0"/>
                <a:ea typeface="+mn-ea"/>
                <a:cs typeface="+mn-cs"/>
              </a:defRPr>
            </a:lvl1pPr>
          </a:lstStyle>
          <a:p>
            <a:pPr>
              <a:defRPr/>
            </a:pPr>
            <a:fld id="{2998EDB5-D4B8-4F40-B0E5-E26469D46ACD}" type="datetimeFigureOut">
              <a:rPr lang="en-US"/>
              <a:t>11/24/2025</a:t>
            </a:fld>
            <a:endParaRPr lang="en-US"/>
          </a:p>
        </p:txBody>
      </p:sp>
      <p:sp>
        <p:nvSpPr>
          <p:cNvPr id="5" name="Footer Placeholder 4"/>
          <p:cNvSpPr>
            <a:spLocks noGrp="1"/>
          </p:cNvSpPr>
          <p:nvPr>
            <p:ph type="ftr" sz="quarter" idx="3"/>
          </p:nvPr>
        </p:nvSpPr>
        <p:spPr>
          <a:xfrm>
            <a:off x="658813" y="6356350"/>
            <a:ext cx="2847975" cy="365125"/>
          </a:xfrm>
          <a:prstGeom prst="rect">
            <a:avLst/>
          </a:prstGeom>
        </p:spPr>
        <p:txBody>
          <a:bodyPr vert="horz" lIns="45720" tIns="45720" rIns="91440" bIns="45720" rtlCol="0" anchor="ctr"/>
          <a:lstStyle>
            <a:lvl1pPr algn="l" fontAlgn="auto">
              <a:spcBef>
                <a:spcPts val="0"/>
              </a:spcBef>
              <a:spcAft>
                <a:spcPts val="0"/>
              </a:spcAft>
              <a:defRPr sz="1200">
                <a:solidFill>
                  <a:schemeClr val="tx1">
                    <a:lumMod val="65000"/>
                    <a:lumOff val="35000"/>
                  </a:schemeClr>
                </a:solidFill>
                <a:latin typeface="Century Gothic" panose="020B0502020202020204" pitchFamily="34" charset="0"/>
                <a:ea typeface="+mn-ea"/>
                <a:cs typeface="+mn-cs"/>
              </a:defRPr>
            </a:lvl1pPr>
          </a:lstStyle>
          <a:p>
            <a:pPr>
              <a:defRPr/>
            </a:pPr>
            <a:endParaRPr lang="en-US"/>
          </a:p>
        </p:txBody>
      </p:sp>
      <p:sp>
        <p:nvSpPr>
          <p:cNvPr id="6" name="Slide Number Placeholder 5"/>
          <p:cNvSpPr>
            <a:spLocks noGrp="1"/>
          </p:cNvSpPr>
          <p:nvPr>
            <p:ph type="sldNum" sz="quarter" idx="4"/>
          </p:nvPr>
        </p:nvSpPr>
        <p:spPr>
          <a:xfrm>
            <a:off x="8543925" y="6356350"/>
            <a:ext cx="561975" cy="365125"/>
          </a:xfrm>
          <a:prstGeom prst="rect">
            <a:avLst/>
          </a:prstGeom>
        </p:spPr>
        <p:txBody>
          <a:bodyPr vert="horz" lIns="27432" tIns="45720" rIns="45720" bIns="45720" rtlCol="0" anchor="ctr"/>
          <a:lstStyle>
            <a:lvl1pPr algn="l" fontAlgn="auto">
              <a:spcBef>
                <a:spcPts val="0"/>
              </a:spcBef>
              <a:spcAft>
                <a:spcPts val="0"/>
              </a:spcAft>
              <a:defRPr sz="1200">
                <a:solidFill>
                  <a:schemeClr val="tx1">
                    <a:lumMod val="65000"/>
                    <a:lumOff val="35000"/>
                  </a:schemeClr>
                </a:solidFill>
                <a:latin typeface="Century Gothic" panose="020B0502020202020204" pitchFamily="34" charset="0"/>
                <a:ea typeface="+mn-ea"/>
                <a:cs typeface="+mn-cs"/>
              </a:defRPr>
            </a:lvl1pPr>
          </a:lstStyle>
          <a:p>
            <a:pPr>
              <a:defRPr/>
            </a:pPr>
            <a:fld id="{42C23C80-0528-AC47-A055-3F7EE4F9CEF3}" type="slidenum">
              <a:rPr lang="en-US"/>
              <a:t>‹#›</a:t>
            </a:fld>
            <a:endParaRPr lang="en-US"/>
          </a:p>
        </p:txBody>
      </p:sp>
      <p:sp>
        <p:nvSpPr>
          <p:cNvPr id="7" name="Oval 6"/>
          <p:cNvSpPr/>
          <p:nvPr/>
        </p:nvSpPr>
        <p:spPr>
          <a:xfrm>
            <a:off x="8458200" y="6499225"/>
            <a:ext cx="84138" cy="84138"/>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Oval 7"/>
          <p:cNvSpPr/>
          <p:nvPr/>
        </p:nvSpPr>
        <p:spPr>
          <a:xfrm>
            <a:off x="569913" y="6499225"/>
            <a:ext cx="84137" cy="84138"/>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lnSpc>
          <a:spcPts val="5800"/>
        </a:lnSpc>
        <a:spcBef>
          <a:spcPct val="0"/>
        </a:spcBef>
        <a:spcAft>
          <a:spcPct val="0"/>
        </a:spcAft>
        <a:defRPr sz="5400" kern="1200">
          <a:solidFill>
            <a:schemeClr val="tx2"/>
          </a:solidFill>
          <a:effectLst>
            <a:outerShdw blurRad="63500" dist="38100" dir="5400000" algn="t" rotWithShape="0">
              <a:prstClr val="black">
                <a:alpha val="25000"/>
              </a:prstClr>
            </a:outerShdw>
          </a:effectLst>
          <a:latin typeface="+mn-lt"/>
          <a:ea typeface="MS PGothic" panose="020B0600070205080204" charset="-128"/>
          <a:cs typeface="MS PGothic" panose="020B0600070205080204" charset="-128"/>
        </a:defRPr>
      </a:lvl1pPr>
      <a:lvl2pPr algn="ctr" rtl="0" eaLnBrk="0" fontAlgn="base" hangingPunct="0">
        <a:lnSpc>
          <a:spcPts val="5800"/>
        </a:lnSpc>
        <a:spcBef>
          <a:spcPct val="0"/>
        </a:spcBef>
        <a:spcAft>
          <a:spcPct val="0"/>
        </a:spcAft>
        <a:defRPr sz="5400">
          <a:solidFill>
            <a:schemeClr val="tx2"/>
          </a:solidFill>
          <a:latin typeface="Palatino Linotype" panose="02040502050505030304" charset="0"/>
          <a:ea typeface="MS PGothic" panose="020B0600070205080204" charset="-128"/>
          <a:cs typeface="MS PGothic" panose="020B0600070205080204" charset="-128"/>
        </a:defRPr>
      </a:lvl2pPr>
      <a:lvl3pPr algn="ctr" rtl="0" eaLnBrk="0" fontAlgn="base" hangingPunct="0">
        <a:lnSpc>
          <a:spcPts val="5800"/>
        </a:lnSpc>
        <a:spcBef>
          <a:spcPct val="0"/>
        </a:spcBef>
        <a:spcAft>
          <a:spcPct val="0"/>
        </a:spcAft>
        <a:defRPr sz="5400">
          <a:solidFill>
            <a:schemeClr val="tx2"/>
          </a:solidFill>
          <a:latin typeface="Palatino Linotype" panose="02040502050505030304" charset="0"/>
          <a:ea typeface="MS PGothic" panose="020B0600070205080204" charset="-128"/>
          <a:cs typeface="MS PGothic" panose="020B0600070205080204" charset="-128"/>
        </a:defRPr>
      </a:lvl3pPr>
      <a:lvl4pPr algn="ctr" rtl="0" eaLnBrk="0" fontAlgn="base" hangingPunct="0">
        <a:lnSpc>
          <a:spcPts val="5800"/>
        </a:lnSpc>
        <a:spcBef>
          <a:spcPct val="0"/>
        </a:spcBef>
        <a:spcAft>
          <a:spcPct val="0"/>
        </a:spcAft>
        <a:defRPr sz="5400">
          <a:solidFill>
            <a:schemeClr val="tx2"/>
          </a:solidFill>
          <a:latin typeface="Palatino Linotype" panose="02040502050505030304" charset="0"/>
          <a:ea typeface="MS PGothic" panose="020B0600070205080204" charset="-128"/>
          <a:cs typeface="MS PGothic" panose="020B0600070205080204" charset="-128"/>
        </a:defRPr>
      </a:lvl4pPr>
      <a:lvl5pPr algn="ctr" rtl="0" eaLnBrk="0" fontAlgn="base" hangingPunct="0">
        <a:lnSpc>
          <a:spcPts val="5800"/>
        </a:lnSpc>
        <a:spcBef>
          <a:spcPct val="0"/>
        </a:spcBef>
        <a:spcAft>
          <a:spcPct val="0"/>
        </a:spcAft>
        <a:defRPr sz="5400">
          <a:solidFill>
            <a:schemeClr val="tx2"/>
          </a:solidFill>
          <a:latin typeface="Palatino Linotype" panose="02040502050505030304" charset="0"/>
          <a:ea typeface="MS PGothic" panose="020B0600070205080204" charset="-128"/>
          <a:cs typeface="MS PGothic" panose="020B0600070205080204" charset="-128"/>
        </a:defRPr>
      </a:lvl5pPr>
      <a:lvl6pPr marL="457200" algn="ctr" rtl="0" fontAlgn="base">
        <a:lnSpc>
          <a:spcPts val="5800"/>
        </a:lnSpc>
        <a:spcBef>
          <a:spcPct val="0"/>
        </a:spcBef>
        <a:spcAft>
          <a:spcPct val="0"/>
        </a:spcAft>
        <a:defRPr sz="5400">
          <a:solidFill>
            <a:schemeClr val="tx2"/>
          </a:solidFill>
          <a:latin typeface="Palatino Linotype" panose="02040502050505030304" charset="0"/>
          <a:ea typeface="MS PGothic" panose="020B0600070205080204" charset="-128"/>
          <a:cs typeface="MS PGothic" panose="020B0600070205080204" charset="-128"/>
        </a:defRPr>
      </a:lvl6pPr>
      <a:lvl7pPr marL="914400" algn="ctr" rtl="0" fontAlgn="base">
        <a:lnSpc>
          <a:spcPts val="5800"/>
        </a:lnSpc>
        <a:spcBef>
          <a:spcPct val="0"/>
        </a:spcBef>
        <a:spcAft>
          <a:spcPct val="0"/>
        </a:spcAft>
        <a:defRPr sz="5400">
          <a:solidFill>
            <a:schemeClr val="tx2"/>
          </a:solidFill>
          <a:latin typeface="Palatino Linotype" panose="02040502050505030304" charset="0"/>
          <a:ea typeface="MS PGothic" panose="020B0600070205080204" charset="-128"/>
          <a:cs typeface="MS PGothic" panose="020B0600070205080204" charset="-128"/>
        </a:defRPr>
      </a:lvl7pPr>
      <a:lvl8pPr marL="1371600" algn="ctr" rtl="0" fontAlgn="base">
        <a:lnSpc>
          <a:spcPts val="5800"/>
        </a:lnSpc>
        <a:spcBef>
          <a:spcPct val="0"/>
        </a:spcBef>
        <a:spcAft>
          <a:spcPct val="0"/>
        </a:spcAft>
        <a:defRPr sz="5400">
          <a:solidFill>
            <a:schemeClr val="tx2"/>
          </a:solidFill>
          <a:latin typeface="Palatino Linotype" panose="02040502050505030304" charset="0"/>
          <a:ea typeface="MS PGothic" panose="020B0600070205080204" charset="-128"/>
          <a:cs typeface="MS PGothic" panose="020B0600070205080204" charset="-128"/>
        </a:defRPr>
      </a:lvl8pPr>
      <a:lvl9pPr marL="1828800" algn="ctr" rtl="0" fontAlgn="base">
        <a:lnSpc>
          <a:spcPts val="5800"/>
        </a:lnSpc>
        <a:spcBef>
          <a:spcPct val="0"/>
        </a:spcBef>
        <a:spcAft>
          <a:spcPct val="0"/>
        </a:spcAft>
        <a:defRPr sz="5400">
          <a:solidFill>
            <a:schemeClr val="tx2"/>
          </a:solidFill>
          <a:latin typeface="Palatino Linotype" panose="02040502050505030304" charset="0"/>
          <a:ea typeface="MS PGothic" panose="020B0600070205080204" charset="-128"/>
          <a:cs typeface="MS PGothic" panose="020B0600070205080204" charset="-128"/>
        </a:defRPr>
      </a:lvl9pPr>
    </p:titleStyle>
    <p:bodyStyle>
      <a:lvl1pPr marL="342900" indent="-342900" algn="l" rtl="0" eaLnBrk="0" fontAlgn="base" hangingPunct="0">
        <a:spcBef>
          <a:spcPct val="20000"/>
        </a:spcBef>
        <a:spcAft>
          <a:spcPct val="0"/>
        </a:spcAft>
        <a:buFont typeface="Arial" panose="020B0604020202020204" pitchFamily="34" charset="0"/>
        <a:buChar char="•"/>
        <a:defRPr sz="2400" kern="1200">
          <a:solidFill>
            <a:srgbClr val="7F7F7F"/>
          </a:solidFill>
          <a:latin typeface="+mj-lt"/>
          <a:ea typeface="MS PGothic" panose="020B0600070205080204" charset="-128"/>
          <a:cs typeface="MS PGothic" panose="020B0600070205080204" charset="-128"/>
        </a:defRPr>
      </a:lvl1pPr>
      <a:lvl2pPr marL="742950" indent="-285750" algn="l" rtl="0" eaLnBrk="0" fontAlgn="base" hangingPunct="0">
        <a:spcBef>
          <a:spcPct val="20000"/>
        </a:spcBef>
        <a:spcAft>
          <a:spcPct val="0"/>
        </a:spcAft>
        <a:buFont typeface="Courier New" panose="02070309020205020404" charset="0"/>
        <a:buChar char="o"/>
        <a:defRPr sz="1600" kern="1200">
          <a:solidFill>
            <a:srgbClr val="7F7F7F"/>
          </a:solidFill>
          <a:latin typeface="+mj-lt"/>
          <a:ea typeface="MS PGothic" panose="020B0600070205080204" charset="-128"/>
          <a:cs typeface="+mn-cs"/>
        </a:defRPr>
      </a:lvl2pPr>
      <a:lvl3pPr marL="1143000" indent="-228600" algn="l" rtl="0" eaLnBrk="0" fontAlgn="base" hangingPunct="0">
        <a:spcBef>
          <a:spcPct val="20000"/>
        </a:spcBef>
        <a:spcAft>
          <a:spcPct val="0"/>
        </a:spcAft>
        <a:buFont typeface="Arial" panose="020B0604020202020204" pitchFamily="34" charset="0"/>
        <a:buChar char="•"/>
        <a:defRPr sz="1600" kern="1200">
          <a:solidFill>
            <a:srgbClr val="7F7F7F"/>
          </a:solidFill>
          <a:latin typeface="+mj-lt"/>
          <a:ea typeface="MS PGothic" panose="020B0600070205080204" charset="-128"/>
          <a:cs typeface="+mn-cs"/>
        </a:defRPr>
      </a:lvl3pPr>
      <a:lvl4pPr marL="1600200" indent="-228600" algn="l" rtl="0" eaLnBrk="0" fontAlgn="base" hangingPunct="0">
        <a:spcBef>
          <a:spcPct val="20000"/>
        </a:spcBef>
        <a:spcAft>
          <a:spcPct val="0"/>
        </a:spcAft>
        <a:buFont typeface="Courier New" panose="02070309020205020404" charset="0"/>
        <a:buChar char="o"/>
        <a:defRPr sz="1600" kern="1200">
          <a:solidFill>
            <a:srgbClr val="7F7F7F"/>
          </a:solidFill>
          <a:latin typeface="+mj-lt"/>
          <a:ea typeface="MS PGothic" panose="020B0600070205080204" charset="-128"/>
          <a:cs typeface="+mn-cs"/>
        </a:defRPr>
      </a:lvl4pPr>
      <a:lvl5pPr marL="2057400" indent="-228600" algn="l" rtl="0" eaLnBrk="0" fontAlgn="base" hangingPunct="0">
        <a:spcBef>
          <a:spcPct val="20000"/>
        </a:spcBef>
        <a:spcAft>
          <a:spcPct val="0"/>
        </a:spcAft>
        <a:buFont typeface="Arial" panose="020B0604020202020204" pitchFamily="34" charset="0"/>
        <a:buChar char="•"/>
        <a:defRPr sz="1600" kern="1200">
          <a:solidFill>
            <a:srgbClr val="7F7F7F"/>
          </a:solidFill>
          <a:latin typeface="+mj-lt"/>
          <a:ea typeface="MS PGothic" panose="020B0600070205080204" charset="-128"/>
          <a:cs typeface="+mn-cs"/>
        </a:defRPr>
      </a:lvl5pPr>
      <a:lvl6pPr marL="2514600" indent="-228600" algn="l" defTabSz="914400" rtl="0" eaLnBrk="1" latinLnBrk="0" hangingPunct="1">
        <a:spcBef>
          <a:spcPct val="20000"/>
        </a:spcBef>
        <a:buFont typeface="Courier New" panose="02070309020205020404"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anose="020B0604020202020204"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anose="02070309020205020404"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anose="020B0604020202020204"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95325"/>
            <a:ext cx="7772400" cy="4267200"/>
          </a:xfrm>
        </p:spPr>
        <p:txBody>
          <a:bodyPr/>
          <a:lstStyle/>
          <a:p>
            <a:pPr eaLnBrk="1" fontAlgn="auto" hangingPunct="1">
              <a:spcAft>
                <a:spcPts val="0"/>
              </a:spcAft>
              <a:defRPr/>
            </a:pPr>
            <a:r>
              <a:rPr lang="en-US" altLang="zh-CN" dirty="0">
                <a:ea typeface="+mj-ea"/>
                <a:cs typeface="+mj-cs"/>
              </a:rPr>
              <a:t>Installation Guide</a:t>
            </a:r>
            <a:br>
              <a:rPr lang="en-US" dirty="0">
                <a:ea typeface="+mj-ea"/>
                <a:cs typeface="+mj-cs"/>
              </a:rPr>
            </a:br>
            <a:endParaRPr lang="en-US" dirty="0">
              <a:ea typeface="+mj-ea"/>
              <a:cs typeface="+mj-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altLang="zh-CN" dirty="0">
                <a:ea typeface="+mj-ea"/>
                <a:cs typeface="+mj-cs"/>
                <a:sym typeface="+mn-ea"/>
              </a:rPr>
              <a:t>Installation Guide</a:t>
            </a:r>
            <a:endParaRPr lang="zh-CN" altLang="en-US" dirty="0">
              <a:ea typeface="+mj-ea"/>
              <a:cs typeface="+mj-cs"/>
            </a:endParaRPr>
          </a:p>
        </p:txBody>
      </p:sp>
      <p:sp>
        <p:nvSpPr>
          <p:cNvPr id="3" name="Content Placeholder 2"/>
          <p:cNvSpPr>
            <a:spLocks noGrp="1"/>
          </p:cNvSpPr>
          <p:nvPr>
            <p:ph idx="1"/>
          </p:nvPr>
        </p:nvSpPr>
        <p:spPr>
          <a:xfrm>
            <a:off x="457200" y="1600200"/>
            <a:ext cx="8235315" cy="3189605"/>
          </a:xfrm>
        </p:spPr>
        <p:txBody>
          <a:bodyPr rtlCol="0">
            <a:normAutofit/>
          </a:bodyPr>
          <a:lstStyle/>
          <a:p>
            <a:pPr marL="457200" indent="-457200" eaLnBrk="1" fontAlgn="auto" hangingPunct="1">
              <a:lnSpc>
                <a:spcPct val="170000"/>
              </a:lnSpc>
              <a:spcAft>
                <a:spcPts val="0"/>
              </a:spcAft>
              <a:buFont typeface="+mj-lt"/>
              <a:buAutoNum type="arabicPeriod"/>
              <a:defRPr/>
            </a:pPr>
            <a:r>
              <a:rPr lang="en-US" altLang="zh-CN" dirty="0">
                <a:solidFill>
                  <a:schemeClr val="tx1">
                    <a:lumMod val="50000"/>
                    <a:lumOff val="50000"/>
                  </a:schemeClr>
                </a:solidFill>
                <a:ea typeface="+mn-ea"/>
                <a:cs typeface="+mn-cs"/>
                <a:sym typeface="+mn-ea"/>
              </a:rPr>
              <a:t>Get the file onto your Android device</a:t>
            </a:r>
          </a:p>
          <a:p>
            <a:pPr marL="457200" indent="-457200" eaLnBrk="1" fontAlgn="auto" hangingPunct="1">
              <a:lnSpc>
                <a:spcPct val="170000"/>
              </a:lnSpc>
              <a:spcAft>
                <a:spcPts val="0"/>
              </a:spcAft>
              <a:buFont typeface="+mj-lt"/>
              <a:buAutoNum type="arabicPeriod"/>
              <a:defRPr/>
            </a:pPr>
            <a:r>
              <a:rPr lang="en-US" altLang="zh-CN" dirty="0">
                <a:solidFill>
                  <a:schemeClr val="tx1">
                    <a:lumMod val="50000"/>
                    <a:lumOff val="50000"/>
                  </a:schemeClr>
                </a:solidFill>
                <a:ea typeface="+mn-ea"/>
                <a:cs typeface="+mn-cs"/>
              </a:rPr>
              <a:t>Locate the app-release.apk.1.1 File on Your Device</a:t>
            </a:r>
          </a:p>
          <a:p>
            <a:pPr marL="457200" indent="-457200" eaLnBrk="1" fontAlgn="auto" hangingPunct="1">
              <a:lnSpc>
                <a:spcPct val="170000"/>
              </a:lnSpc>
              <a:spcAft>
                <a:spcPts val="0"/>
              </a:spcAft>
              <a:buFont typeface="+mj-lt"/>
              <a:buAutoNum type="arabicPeriod"/>
              <a:defRPr/>
            </a:pPr>
            <a:r>
              <a:rPr lang="en-US" altLang="zh-CN" dirty="0">
                <a:solidFill>
                  <a:schemeClr val="tx1">
                    <a:lumMod val="50000"/>
                    <a:lumOff val="50000"/>
                  </a:schemeClr>
                </a:solidFill>
                <a:ea typeface="+mn-ea"/>
                <a:cs typeface="+mn-cs"/>
              </a:rPr>
              <a:t>Initiate the Installation</a:t>
            </a:r>
          </a:p>
          <a:p>
            <a:pPr marL="457200" indent="-457200" eaLnBrk="1" fontAlgn="auto" hangingPunct="1">
              <a:lnSpc>
                <a:spcPct val="170000"/>
              </a:lnSpc>
              <a:spcAft>
                <a:spcPts val="0"/>
              </a:spcAft>
              <a:buFont typeface="+mj-lt"/>
              <a:buAutoNum type="arabicPeriod"/>
              <a:defRPr/>
            </a:pPr>
            <a:r>
              <a:rPr lang="en-US" altLang="zh-CN" dirty="0">
                <a:solidFill>
                  <a:schemeClr val="tx1">
                    <a:lumMod val="50000"/>
                    <a:lumOff val="50000"/>
                  </a:schemeClr>
                </a:solidFill>
                <a:ea typeface="+mn-ea"/>
                <a:cs typeface="+mn-cs"/>
              </a:rPr>
              <a:t>Verify Installation Success</a:t>
            </a:r>
          </a:p>
          <a:p>
            <a:pPr eaLnBrk="1" fontAlgn="auto" hangingPunct="1">
              <a:lnSpc>
                <a:spcPct val="170000"/>
              </a:lnSpc>
              <a:spcAft>
                <a:spcPts val="0"/>
              </a:spcAft>
              <a:buFont typeface="Arial" panose="020B0604020202020204" pitchFamily="34" charset="0"/>
              <a:buChar char="•"/>
              <a:defRPr/>
            </a:pPr>
            <a:endParaRPr lang="en-US" dirty="0">
              <a:solidFill>
                <a:schemeClr val="tx1">
                  <a:lumMod val="50000"/>
                  <a:lumOff val="50000"/>
                </a:schemeClr>
              </a:solidFill>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altLang="zh-CN" dirty="0">
                <a:ea typeface="+mj-ea"/>
                <a:cs typeface="+mj-cs"/>
                <a:sym typeface="+mn-ea"/>
              </a:rPr>
              <a:t>Installation Guide</a:t>
            </a:r>
            <a:endParaRPr lang="en-US" dirty="0">
              <a:ea typeface="+mj-ea"/>
              <a:cs typeface="+mj-cs"/>
            </a:endParaRPr>
          </a:p>
        </p:txBody>
      </p:sp>
      <p:sp>
        <p:nvSpPr>
          <p:cNvPr id="3" name="Content Placeholder 2"/>
          <p:cNvSpPr>
            <a:spLocks noGrp="1"/>
          </p:cNvSpPr>
          <p:nvPr>
            <p:ph idx="1"/>
          </p:nvPr>
        </p:nvSpPr>
        <p:spPr/>
        <p:txBody>
          <a:bodyPr rtlCol="0">
            <a:normAutofit fontScale="87500" lnSpcReduction="10000"/>
          </a:bodyPr>
          <a:lstStyle/>
          <a:p>
            <a:pPr marL="457200" indent="-457200" eaLnBrk="1" fontAlgn="auto" hangingPunct="1">
              <a:lnSpc>
                <a:spcPct val="170000"/>
              </a:lnSpc>
              <a:spcAft>
                <a:spcPts val="0"/>
              </a:spcAft>
              <a:buFont typeface="+mj-lt"/>
              <a:buAutoNum type="arabicPeriod"/>
              <a:defRPr/>
            </a:pPr>
            <a:r>
              <a:rPr lang="en-US" altLang="zh-CN" b="1" dirty="0">
                <a:solidFill>
                  <a:schemeClr val="tx1">
                    <a:lumMod val="50000"/>
                    <a:lumOff val="50000"/>
                  </a:schemeClr>
                </a:solidFill>
                <a:ea typeface="+mn-ea"/>
                <a:cs typeface="+mn-cs"/>
                <a:sym typeface="+mn-ea"/>
              </a:rPr>
              <a:t>Get the file onto your Android device</a:t>
            </a:r>
            <a:r>
              <a:rPr lang="en-US" dirty="0">
                <a:solidFill>
                  <a:schemeClr val="tx1">
                    <a:lumMod val="50000"/>
                    <a:lumOff val="50000"/>
                  </a:schemeClr>
                </a:solidFill>
                <a:ea typeface="+mn-ea"/>
                <a:cs typeface="+mn-cs"/>
              </a:rPr>
              <a:t> </a:t>
            </a:r>
            <a:r>
              <a:rPr lang="en-US" altLang="zh-CN" dirty="0">
                <a:solidFill>
                  <a:schemeClr val="tx1">
                    <a:lumMod val="50000"/>
                    <a:lumOff val="50000"/>
                  </a:schemeClr>
                </a:solidFill>
                <a:ea typeface="+mn-ea"/>
                <a:cs typeface="+mn-cs"/>
              </a:rPr>
              <a:t> (select one):</a:t>
            </a:r>
          </a:p>
          <a:p>
            <a:pPr eaLnBrk="1" fontAlgn="auto" hangingPunct="1">
              <a:lnSpc>
                <a:spcPct val="170000"/>
              </a:lnSpc>
              <a:spcAft>
                <a:spcPts val="0"/>
              </a:spcAft>
              <a:buFont typeface="Arial" panose="020B0604020202020204" pitchFamily="34" charset="0"/>
              <a:buChar char="•"/>
              <a:defRPr/>
            </a:pPr>
            <a:r>
              <a:rPr lang="en-US" altLang="zh-CN" dirty="0">
                <a:solidFill>
                  <a:schemeClr val="tx1">
                    <a:lumMod val="50000"/>
                    <a:lumOff val="50000"/>
                  </a:schemeClr>
                </a:solidFill>
                <a:ea typeface="+mn-ea"/>
                <a:cs typeface="+mn-cs"/>
              </a:rPr>
              <a:t>Option A: Download the file directly to your device (e.g., via email, cloud storage like Google Drive/Dropbox).</a:t>
            </a:r>
          </a:p>
          <a:p>
            <a:pPr eaLnBrk="1" fontAlgn="auto" hangingPunct="1">
              <a:lnSpc>
                <a:spcPct val="170000"/>
              </a:lnSpc>
              <a:spcAft>
                <a:spcPts val="0"/>
              </a:spcAft>
              <a:buFont typeface="Arial" panose="020B0604020202020204" pitchFamily="34" charset="0"/>
              <a:buChar char="•"/>
              <a:defRPr/>
            </a:pPr>
            <a:r>
              <a:rPr lang="en-US" altLang="zh-CN" dirty="0">
                <a:solidFill>
                  <a:schemeClr val="tx1">
                    <a:lumMod val="50000"/>
                    <a:lumOff val="50000"/>
                  </a:schemeClr>
                </a:solidFill>
                <a:ea typeface="+mn-ea"/>
                <a:cs typeface="+mn-cs"/>
              </a:rPr>
              <a:t>Option B: Transfer the file from a computer to your device via USB cable.</a:t>
            </a:r>
          </a:p>
          <a:p>
            <a:pPr eaLnBrk="1" fontAlgn="auto" hangingPunct="1">
              <a:lnSpc>
                <a:spcPct val="170000"/>
              </a:lnSpc>
              <a:spcAft>
                <a:spcPts val="0"/>
              </a:spcAft>
              <a:buFont typeface="Arial" panose="020B0604020202020204" pitchFamily="34" charset="0"/>
              <a:buChar char="•"/>
              <a:defRPr/>
            </a:pPr>
            <a:r>
              <a:rPr lang="en-US" altLang="zh-CN" dirty="0">
                <a:solidFill>
                  <a:schemeClr val="tx1">
                    <a:lumMod val="50000"/>
                    <a:lumOff val="50000"/>
                  </a:schemeClr>
                </a:solidFill>
                <a:ea typeface="+mn-ea"/>
                <a:cs typeface="+mn-cs"/>
              </a:rPr>
              <a:t>Option C: Save the file to a USB flash drive (OTG-compatible) and connect it to your device. Package Installation</a:t>
            </a:r>
          </a:p>
          <a:p>
            <a:pPr eaLnBrk="1" fontAlgn="auto" hangingPunct="1">
              <a:lnSpc>
                <a:spcPct val="170000"/>
              </a:lnSpc>
              <a:spcAft>
                <a:spcPts val="0"/>
              </a:spcAft>
              <a:buFont typeface="Arial" panose="020B0604020202020204" pitchFamily="34" charset="0"/>
              <a:buChar char="•"/>
              <a:defRPr/>
            </a:pPr>
            <a:endParaRPr lang="en-US" altLang="zh-CN" dirty="0">
              <a:solidFill>
                <a:schemeClr val="tx1">
                  <a:lumMod val="50000"/>
                  <a:lumOff val="50000"/>
                </a:schemeClr>
              </a:solidFill>
              <a:ea typeface="+mn-ea"/>
              <a:cs typeface="+mn-cs"/>
            </a:endParaRPr>
          </a:p>
          <a:p>
            <a:pPr marL="0" indent="0" eaLnBrk="1" fontAlgn="auto" hangingPunct="1">
              <a:spcAft>
                <a:spcPts val="0"/>
              </a:spcAft>
              <a:buFont typeface="Arial" panose="020B0604020202020204" pitchFamily="34" charset="0"/>
              <a:buNone/>
              <a:defRPr/>
            </a:pPr>
            <a:endParaRPr lang="en-US" dirty="0">
              <a:solidFill>
                <a:schemeClr val="tx1">
                  <a:lumMod val="50000"/>
                  <a:lumOff val="50000"/>
                </a:schemeClr>
              </a:solidFill>
              <a:ea typeface="+mn-ea"/>
              <a:cs typeface="+mn-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altLang="zh-CN" dirty="0">
                <a:ea typeface="+mj-ea"/>
                <a:cs typeface="+mj-cs"/>
                <a:sym typeface="+mn-ea"/>
              </a:rPr>
              <a:t>Installation Guide</a:t>
            </a:r>
            <a:endParaRPr lang="en-US" dirty="0">
              <a:ea typeface="+mj-ea"/>
              <a:cs typeface="+mj-cs"/>
            </a:endParaRPr>
          </a:p>
        </p:txBody>
      </p:sp>
      <p:sp>
        <p:nvSpPr>
          <p:cNvPr id="3" name="Content Placeholder 2"/>
          <p:cNvSpPr>
            <a:spLocks noGrp="1"/>
          </p:cNvSpPr>
          <p:nvPr>
            <p:ph idx="1"/>
          </p:nvPr>
        </p:nvSpPr>
        <p:spPr>
          <a:xfrm>
            <a:off x="457200" y="1600200"/>
            <a:ext cx="8734425" cy="4526280"/>
          </a:xfrm>
        </p:spPr>
        <p:txBody>
          <a:bodyPr rtlCol="0">
            <a:normAutofit fontScale="77500" lnSpcReduction="10000"/>
          </a:bodyPr>
          <a:lstStyle/>
          <a:p>
            <a:pPr marL="457200" indent="-457200" eaLnBrk="1" fontAlgn="auto" hangingPunct="1">
              <a:lnSpc>
                <a:spcPct val="170000"/>
              </a:lnSpc>
              <a:spcAft>
                <a:spcPts val="0"/>
              </a:spcAft>
              <a:buFont typeface="+mj-lt"/>
              <a:buAutoNum type="arabicPeriod" startAt="2"/>
              <a:defRPr/>
            </a:pPr>
            <a:r>
              <a:rPr lang="en-US" altLang="zh-CN" b="1" dirty="0">
                <a:solidFill>
                  <a:schemeClr val="tx1">
                    <a:lumMod val="50000"/>
                    <a:lumOff val="50000"/>
                  </a:schemeClr>
                </a:solidFill>
                <a:ea typeface="+mn-ea"/>
                <a:cs typeface="+mn-cs"/>
                <a:sym typeface="+mn-ea"/>
              </a:rPr>
              <a:t>Locate the app-release.apk.1.1 File on Your Device</a:t>
            </a:r>
            <a:r>
              <a:rPr lang="zh-CN" altLang="en-US" b="1" dirty="0">
                <a:solidFill>
                  <a:schemeClr val="tx1">
                    <a:lumMod val="50000"/>
                    <a:lumOff val="50000"/>
                  </a:schemeClr>
                </a:solidFill>
                <a:ea typeface="+mn-ea"/>
                <a:cs typeface="+mn-cs"/>
                <a:sym typeface="+mn-ea"/>
              </a:rPr>
              <a:t>：</a:t>
            </a:r>
            <a:endParaRPr lang="en-US" altLang="zh-CN" dirty="0">
              <a:solidFill>
                <a:schemeClr val="tx1">
                  <a:lumMod val="50000"/>
                  <a:lumOff val="50000"/>
                </a:schemeClr>
              </a:solidFill>
              <a:ea typeface="+mn-ea"/>
              <a:cs typeface="+mn-cs"/>
            </a:endParaRPr>
          </a:p>
          <a:p>
            <a:pPr eaLnBrk="1" fontAlgn="auto" hangingPunct="1">
              <a:lnSpc>
                <a:spcPct val="170000"/>
              </a:lnSpc>
              <a:spcAft>
                <a:spcPts val="0"/>
              </a:spcAft>
              <a:buFont typeface="Arial" panose="020B0604020202020204" pitchFamily="34" charset="0"/>
              <a:buChar char="•"/>
              <a:defRPr/>
            </a:pPr>
            <a:r>
              <a:rPr lang="en-US" altLang="zh-CN" dirty="0">
                <a:solidFill>
                  <a:schemeClr val="tx1">
                    <a:lumMod val="50000"/>
                    <a:lumOff val="50000"/>
                  </a:schemeClr>
                </a:solidFill>
                <a:ea typeface="+mn-ea"/>
                <a:cs typeface="+mn-cs"/>
              </a:rPr>
              <a:t>Open your File Manager app.</a:t>
            </a:r>
          </a:p>
          <a:p>
            <a:pPr eaLnBrk="1" fontAlgn="auto" hangingPunct="1">
              <a:lnSpc>
                <a:spcPct val="170000"/>
              </a:lnSpc>
              <a:spcAft>
                <a:spcPts val="0"/>
              </a:spcAft>
              <a:buFont typeface="Arial" panose="020B0604020202020204" pitchFamily="34" charset="0"/>
              <a:buChar char="•"/>
              <a:defRPr/>
            </a:pPr>
            <a:r>
              <a:rPr lang="en-US" altLang="zh-CN" dirty="0">
                <a:solidFill>
                  <a:schemeClr val="tx1">
                    <a:lumMod val="50000"/>
                    <a:lumOff val="50000"/>
                  </a:schemeClr>
                </a:solidFill>
                <a:ea typeface="+mn-ea"/>
                <a:cs typeface="+mn-cs"/>
              </a:rPr>
              <a:t>Navigate to the folder where you saved the APK file: Downloaded via browser: Go to Downloads (usually under "Internal Storage" &gt; "Download").</a:t>
            </a:r>
          </a:p>
          <a:p>
            <a:pPr eaLnBrk="1" fontAlgn="auto" hangingPunct="1">
              <a:lnSpc>
                <a:spcPct val="170000"/>
              </a:lnSpc>
              <a:spcAft>
                <a:spcPts val="0"/>
              </a:spcAft>
              <a:buFont typeface="Arial" panose="020B0604020202020204" pitchFamily="34" charset="0"/>
              <a:buChar char="•"/>
              <a:defRPr/>
            </a:pPr>
            <a:r>
              <a:rPr lang="en-US" altLang="zh-CN" dirty="0">
                <a:solidFill>
                  <a:schemeClr val="tx1">
                    <a:lumMod val="50000"/>
                    <a:lumOff val="50000"/>
                  </a:schemeClr>
                </a:solidFill>
                <a:ea typeface="+mn-ea"/>
                <a:cs typeface="+mn-cs"/>
              </a:rPr>
              <a:t>Transferred via USB: Go to Internal Storage &gt; "Download" or the folder you selected during transfer.</a:t>
            </a:r>
          </a:p>
          <a:p>
            <a:pPr eaLnBrk="1" fontAlgn="auto" hangingPunct="1">
              <a:lnSpc>
                <a:spcPct val="170000"/>
              </a:lnSpc>
              <a:spcAft>
                <a:spcPts val="0"/>
              </a:spcAft>
              <a:buFont typeface="Arial" panose="020B0604020202020204" pitchFamily="34" charset="0"/>
              <a:buChar char="•"/>
              <a:defRPr/>
            </a:pPr>
            <a:r>
              <a:rPr lang="en-US" altLang="zh-CN" dirty="0">
                <a:solidFill>
                  <a:schemeClr val="tx1">
                    <a:lumMod val="50000"/>
                    <a:lumOff val="50000"/>
                  </a:schemeClr>
                </a:solidFill>
                <a:ea typeface="+mn-ea"/>
                <a:cs typeface="+mn-cs"/>
              </a:rPr>
              <a:t>USB drive (OTG): Go to USB Storage (or "External Storage") and find the file.</a:t>
            </a:r>
          </a:p>
          <a:p>
            <a:pPr eaLnBrk="1" fontAlgn="auto" hangingPunct="1">
              <a:lnSpc>
                <a:spcPct val="170000"/>
              </a:lnSpc>
              <a:spcAft>
                <a:spcPts val="0"/>
              </a:spcAft>
              <a:buFont typeface="Arial" panose="020B0604020202020204" pitchFamily="34" charset="0"/>
              <a:buChar char="•"/>
              <a:defRPr/>
            </a:pPr>
            <a:r>
              <a:rPr lang="en-US" altLang="zh-CN" dirty="0">
                <a:solidFill>
                  <a:schemeClr val="tx1">
                    <a:lumMod val="50000"/>
                    <a:lumOff val="50000"/>
                  </a:schemeClr>
                </a:solidFill>
                <a:ea typeface="+mn-ea"/>
                <a:cs typeface="+mn-cs"/>
              </a:rPr>
              <a:t>Identify the file: Look for the name app-release.apk.1.1.</a:t>
            </a:r>
          </a:p>
          <a:p>
            <a:pPr marL="0" indent="0" eaLnBrk="1" fontAlgn="auto" hangingPunct="1">
              <a:spcAft>
                <a:spcPts val="0"/>
              </a:spcAft>
              <a:buFont typeface="Arial" panose="020B0604020202020204" pitchFamily="34" charset="0"/>
              <a:buNone/>
              <a:defRPr/>
            </a:pPr>
            <a:endParaRPr lang="en-US" altLang="zh-CN" dirty="0">
              <a:solidFill>
                <a:schemeClr val="tx1">
                  <a:lumMod val="50000"/>
                  <a:lumOff val="50000"/>
                </a:schemeClr>
              </a:solidFill>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altLang="zh-CN" dirty="0">
                <a:ea typeface="+mj-ea"/>
                <a:cs typeface="+mj-cs"/>
                <a:sym typeface="+mn-ea"/>
              </a:rPr>
              <a:t>Installation Guide</a:t>
            </a:r>
            <a:endParaRPr lang="en-US" dirty="0">
              <a:ea typeface="+mj-ea"/>
              <a:cs typeface="+mj-cs"/>
            </a:endParaRPr>
          </a:p>
        </p:txBody>
      </p:sp>
      <p:sp>
        <p:nvSpPr>
          <p:cNvPr id="3" name="Content Placeholder 2"/>
          <p:cNvSpPr>
            <a:spLocks noGrp="1"/>
          </p:cNvSpPr>
          <p:nvPr>
            <p:ph idx="1"/>
          </p:nvPr>
        </p:nvSpPr>
        <p:spPr/>
        <p:txBody>
          <a:bodyPr rtlCol="0">
            <a:normAutofit/>
          </a:bodyPr>
          <a:lstStyle/>
          <a:p>
            <a:pPr marL="457200" indent="-457200" eaLnBrk="1" fontAlgn="auto" hangingPunct="1">
              <a:lnSpc>
                <a:spcPct val="170000"/>
              </a:lnSpc>
              <a:spcAft>
                <a:spcPts val="0"/>
              </a:spcAft>
              <a:buFont typeface="+mj-lt"/>
              <a:buAutoNum type="arabicPeriod" startAt="3"/>
              <a:defRPr/>
            </a:pPr>
            <a:r>
              <a:rPr lang="en-US" altLang="zh-CN" dirty="0">
                <a:solidFill>
                  <a:schemeClr val="tx1">
                    <a:lumMod val="50000"/>
                    <a:lumOff val="50000"/>
                  </a:schemeClr>
                </a:solidFill>
                <a:ea typeface="+mn-ea"/>
                <a:cs typeface="+mn-cs"/>
                <a:sym typeface="+mn-ea"/>
              </a:rPr>
              <a:t>Initiate the Installation (Manual APK Installation)</a:t>
            </a:r>
          </a:p>
          <a:p>
            <a:pPr eaLnBrk="1" fontAlgn="auto" hangingPunct="1">
              <a:lnSpc>
                <a:spcPct val="170000"/>
              </a:lnSpc>
              <a:spcAft>
                <a:spcPts val="0"/>
              </a:spcAft>
              <a:buFont typeface="Arial" panose="020B0604020202020204" pitchFamily="34" charset="0"/>
              <a:buChar char="•"/>
              <a:defRPr/>
            </a:pPr>
            <a:r>
              <a:rPr lang="en-US" altLang="zh-CN" dirty="0">
                <a:solidFill>
                  <a:schemeClr val="tx1">
                    <a:lumMod val="50000"/>
                    <a:lumOff val="50000"/>
                  </a:schemeClr>
                </a:solidFill>
                <a:ea typeface="+mn-ea"/>
                <a:cs typeface="+mn-cs"/>
                <a:sym typeface="+mn-ea"/>
              </a:rPr>
              <a:t>Unzip the software installation package</a:t>
            </a:r>
          </a:p>
          <a:p>
            <a:pPr eaLnBrk="1" fontAlgn="auto" hangingPunct="1">
              <a:lnSpc>
                <a:spcPct val="170000"/>
              </a:lnSpc>
              <a:spcAft>
                <a:spcPts val="0"/>
              </a:spcAft>
              <a:buFont typeface="Arial" panose="020B0604020202020204" pitchFamily="34" charset="0"/>
              <a:buChar char="•"/>
              <a:defRPr/>
            </a:pPr>
            <a:endParaRPr lang="en-US" altLang="zh-CN" dirty="0">
              <a:solidFill>
                <a:schemeClr val="tx1">
                  <a:lumMod val="50000"/>
                  <a:lumOff val="50000"/>
                </a:schemeClr>
              </a:solidFill>
              <a:ea typeface="+mn-ea"/>
              <a:cs typeface="+mn-cs"/>
            </a:endParaRPr>
          </a:p>
          <a:p>
            <a:pPr marL="0" indent="0" eaLnBrk="1" fontAlgn="auto" hangingPunct="1">
              <a:spcAft>
                <a:spcPts val="0"/>
              </a:spcAft>
              <a:buFont typeface="Arial" panose="020B0604020202020204" pitchFamily="34" charset="0"/>
              <a:buNone/>
              <a:defRPr/>
            </a:pPr>
            <a:endParaRPr lang="en-US" dirty="0">
              <a:solidFill>
                <a:schemeClr val="tx1">
                  <a:lumMod val="50000"/>
                  <a:lumOff val="50000"/>
                </a:schemeClr>
              </a:solidFill>
              <a:ea typeface="+mn-ea"/>
              <a:cs typeface="+mn-cs"/>
            </a:endParaRPr>
          </a:p>
        </p:txBody>
      </p:sp>
      <p:pic>
        <p:nvPicPr>
          <p:cNvPr id="6" name="图片 5">
            <a:extLst>
              <a:ext uri="{FF2B5EF4-FFF2-40B4-BE49-F238E27FC236}">
                <a16:creationId xmlns:a16="http://schemas.microsoft.com/office/drawing/2014/main" id="{2B642ECC-CBE7-7EF7-9475-6479EE3C4F90}"/>
              </a:ext>
            </a:extLst>
          </p:cNvPr>
          <p:cNvPicPr>
            <a:picLocks noChangeAspect="1"/>
          </p:cNvPicPr>
          <p:nvPr/>
        </p:nvPicPr>
        <p:blipFill>
          <a:blip r:embed="rId2"/>
          <a:stretch>
            <a:fillRect/>
          </a:stretch>
        </p:blipFill>
        <p:spPr>
          <a:xfrm>
            <a:off x="1471089" y="3042023"/>
            <a:ext cx="1862609" cy="3600000"/>
          </a:xfrm>
          <a:prstGeom prst="rect">
            <a:avLst/>
          </a:prstGeom>
        </p:spPr>
      </p:pic>
      <p:pic>
        <p:nvPicPr>
          <p:cNvPr id="8" name="图片 7">
            <a:extLst>
              <a:ext uri="{FF2B5EF4-FFF2-40B4-BE49-F238E27FC236}">
                <a16:creationId xmlns:a16="http://schemas.microsoft.com/office/drawing/2014/main" id="{DB1AFA05-6799-A7AE-F1E9-C31F010C47A4}"/>
              </a:ext>
            </a:extLst>
          </p:cNvPr>
          <p:cNvPicPr>
            <a:picLocks noChangeAspect="1"/>
          </p:cNvPicPr>
          <p:nvPr/>
        </p:nvPicPr>
        <p:blipFill>
          <a:blip r:embed="rId3"/>
          <a:stretch>
            <a:fillRect/>
          </a:stretch>
        </p:blipFill>
        <p:spPr>
          <a:xfrm>
            <a:off x="3503449" y="3042023"/>
            <a:ext cx="1688276" cy="3600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altLang="zh-CN" dirty="0">
                <a:ea typeface="+mj-ea"/>
                <a:cs typeface="+mj-cs"/>
                <a:sym typeface="+mn-ea"/>
              </a:rPr>
              <a:t>Installation Guide</a:t>
            </a:r>
            <a:endParaRPr lang="en-US" dirty="0">
              <a:ea typeface="+mj-ea"/>
              <a:cs typeface="+mj-cs"/>
            </a:endParaRPr>
          </a:p>
        </p:txBody>
      </p:sp>
      <p:sp>
        <p:nvSpPr>
          <p:cNvPr id="3" name="Content Placeholder 2"/>
          <p:cNvSpPr>
            <a:spLocks noGrp="1"/>
          </p:cNvSpPr>
          <p:nvPr>
            <p:ph idx="1"/>
          </p:nvPr>
        </p:nvSpPr>
        <p:spPr>
          <a:xfrm>
            <a:off x="457200" y="1600200"/>
            <a:ext cx="8686800" cy="4526280"/>
          </a:xfrm>
        </p:spPr>
        <p:txBody>
          <a:bodyPr rtlCol="0">
            <a:normAutofit/>
          </a:bodyPr>
          <a:lstStyle/>
          <a:p>
            <a:pPr marL="457200" indent="-457200" eaLnBrk="1" fontAlgn="auto" hangingPunct="1">
              <a:lnSpc>
                <a:spcPct val="170000"/>
              </a:lnSpc>
              <a:spcAft>
                <a:spcPts val="0"/>
              </a:spcAft>
              <a:buFont typeface="+mj-lt"/>
              <a:buAutoNum type="arabicPeriod" startAt="3"/>
              <a:defRPr/>
            </a:pPr>
            <a:r>
              <a:rPr lang="en-US" altLang="zh-CN" dirty="0">
                <a:solidFill>
                  <a:schemeClr val="tx1">
                    <a:lumMod val="50000"/>
                    <a:lumOff val="50000"/>
                  </a:schemeClr>
                </a:solidFill>
                <a:ea typeface="+mn-ea"/>
                <a:cs typeface="+mn-cs"/>
                <a:sym typeface="+mn-ea"/>
              </a:rPr>
              <a:t>End User Installation (Manual APK Installation)</a:t>
            </a:r>
          </a:p>
          <a:p>
            <a:pPr eaLnBrk="1" fontAlgn="auto" hangingPunct="1">
              <a:lnSpc>
                <a:spcPct val="170000"/>
              </a:lnSpc>
              <a:spcAft>
                <a:spcPts val="0"/>
              </a:spcAft>
              <a:buFont typeface="Arial" panose="020B0604020202020204" pitchFamily="34" charset="0"/>
              <a:buChar char="•"/>
              <a:defRPr/>
            </a:pPr>
            <a:r>
              <a:rPr lang="en-US" altLang="zh-CN" dirty="0">
                <a:solidFill>
                  <a:schemeClr val="tx1">
                    <a:lumMod val="50000"/>
                    <a:lumOff val="50000"/>
                  </a:schemeClr>
                </a:solidFill>
                <a:ea typeface="+mn-ea"/>
                <a:cs typeface="+mn-cs"/>
                <a:sym typeface="+mn-ea"/>
              </a:rPr>
              <a:t>Click the installation package to install the APP</a:t>
            </a:r>
          </a:p>
          <a:p>
            <a:pPr eaLnBrk="1" fontAlgn="auto" hangingPunct="1">
              <a:lnSpc>
                <a:spcPct val="170000"/>
              </a:lnSpc>
              <a:spcAft>
                <a:spcPts val="0"/>
              </a:spcAft>
              <a:buFont typeface="Arial" panose="020B0604020202020204" pitchFamily="34" charset="0"/>
              <a:buChar char="•"/>
              <a:defRPr/>
            </a:pPr>
            <a:endParaRPr lang="en-US" altLang="zh-CN" dirty="0">
              <a:solidFill>
                <a:schemeClr val="tx1">
                  <a:lumMod val="50000"/>
                  <a:lumOff val="50000"/>
                </a:schemeClr>
              </a:solidFill>
              <a:ea typeface="+mn-ea"/>
              <a:cs typeface="+mn-cs"/>
            </a:endParaRPr>
          </a:p>
          <a:p>
            <a:pPr marL="0" indent="0" eaLnBrk="1" fontAlgn="auto" hangingPunct="1">
              <a:spcAft>
                <a:spcPts val="0"/>
              </a:spcAft>
              <a:buFont typeface="Arial" panose="020B0604020202020204" pitchFamily="34" charset="0"/>
              <a:buNone/>
              <a:defRPr/>
            </a:pPr>
            <a:endParaRPr lang="en-US" dirty="0">
              <a:solidFill>
                <a:schemeClr val="tx1">
                  <a:lumMod val="50000"/>
                  <a:lumOff val="50000"/>
                </a:schemeClr>
              </a:solidFill>
              <a:ea typeface="+mn-ea"/>
              <a:cs typeface="+mn-cs"/>
            </a:endParaRPr>
          </a:p>
        </p:txBody>
      </p:sp>
      <p:pic>
        <p:nvPicPr>
          <p:cNvPr id="6" name="图片 5">
            <a:extLst>
              <a:ext uri="{FF2B5EF4-FFF2-40B4-BE49-F238E27FC236}">
                <a16:creationId xmlns:a16="http://schemas.microsoft.com/office/drawing/2014/main" id="{C10C3705-69E0-8C0F-E298-4E6AB8CDD5DC}"/>
              </a:ext>
            </a:extLst>
          </p:cNvPr>
          <p:cNvPicPr>
            <a:picLocks noChangeAspect="1"/>
          </p:cNvPicPr>
          <p:nvPr/>
        </p:nvPicPr>
        <p:blipFill>
          <a:blip r:embed="rId2"/>
          <a:stretch>
            <a:fillRect/>
          </a:stretch>
        </p:blipFill>
        <p:spPr>
          <a:xfrm>
            <a:off x="3458804" y="2982259"/>
            <a:ext cx="1689495" cy="3600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altLang="zh-CN" dirty="0">
                <a:ea typeface="+mj-ea"/>
                <a:cs typeface="+mj-cs"/>
                <a:sym typeface="+mn-ea"/>
              </a:rPr>
              <a:t>Installation Guide</a:t>
            </a:r>
            <a:endParaRPr lang="en-US" dirty="0">
              <a:ea typeface="+mj-ea"/>
              <a:cs typeface="+mj-cs"/>
            </a:endParaRPr>
          </a:p>
        </p:txBody>
      </p:sp>
      <p:sp>
        <p:nvSpPr>
          <p:cNvPr id="3" name="Content Placeholder 2"/>
          <p:cNvSpPr>
            <a:spLocks noGrp="1"/>
          </p:cNvSpPr>
          <p:nvPr>
            <p:ph idx="1"/>
          </p:nvPr>
        </p:nvSpPr>
        <p:spPr>
          <a:xfrm>
            <a:off x="356870" y="1600200"/>
            <a:ext cx="8865870" cy="4526280"/>
          </a:xfrm>
        </p:spPr>
        <p:txBody>
          <a:bodyPr rtlCol="0">
            <a:normAutofit/>
          </a:bodyPr>
          <a:lstStyle/>
          <a:p>
            <a:pPr marL="457200" indent="-457200" eaLnBrk="1" fontAlgn="auto" hangingPunct="1">
              <a:lnSpc>
                <a:spcPct val="170000"/>
              </a:lnSpc>
              <a:spcAft>
                <a:spcPts val="0"/>
              </a:spcAft>
              <a:buFont typeface="+mj-lt"/>
              <a:buAutoNum type="arabicPeriod" startAt="3"/>
              <a:defRPr/>
            </a:pPr>
            <a:r>
              <a:rPr lang="en-US" altLang="zh-CN" dirty="0">
                <a:solidFill>
                  <a:schemeClr val="tx1">
                    <a:lumMod val="50000"/>
                    <a:lumOff val="50000"/>
                  </a:schemeClr>
                </a:solidFill>
                <a:ea typeface="+mn-ea"/>
                <a:cs typeface="+mn-cs"/>
                <a:sym typeface="+mn-ea"/>
              </a:rPr>
              <a:t>End User Installation (Manual APK Installation)</a:t>
            </a:r>
          </a:p>
          <a:p>
            <a:pPr eaLnBrk="1" fontAlgn="auto" hangingPunct="1">
              <a:lnSpc>
                <a:spcPct val="170000"/>
              </a:lnSpc>
              <a:spcAft>
                <a:spcPts val="0"/>
              </a:spcAft>
              <a:buFont typeface="Arial" panose="020B0604020202020204" pitchFamily="34" charset="0"/>
              <a:buChar char="•"/>
              <a:defRPr/>
            </a:pPr>
            <a:r>
              <a:rPr lang="en-US" altLang="zh-CN" dirty="0">
                <a:solidFill>
                  <a:schemeClr val="tx1">
                    <a:lumMod val="50000"/>
                    <a:lumOff val="50000"/>
                  </a:schemeClr>
                </a:solidFill>
                <a:ea typeface="+mn-ea"/>
                <a:cs typeface="+mn-cs"/>
                <a:sym typeface="+mn-ea"/>
              </a:rPr>
              <a:t>Enable "Install Unknown Apps" for the Source Folder/APP</a:t>
            </a:r>
          </a:p>
          <a:p>
            <a:pPr eaLnBrk="1" fontAlgn="auto" hangingPunct="1">
              <a:lnSpc>
                <a:spcPct val="170000"/>
              </a:lnSpc>
              <a:spcAft>
                <a:spcPts val="0"/>
              </a:spcAft>
              <a:buFont typeface="Arial" panose="020B0604020202020204" pitchFamily="34" charset="0"/>
              <a:buChar char="•"/>
              <a:defRPr/>
            </a:pPr>
            <a:endParaRPr lang="en-US" altLang="zh-CN" dirty="0">
              <a:solidFill>
                <a:schemeClr val="tx1">
                  <a:lumMod val="50000"/>
                  <a:lumOff val="50000"/>
                </a:schemeClr>
              </a:solidFill>
              <a:ea typeface="+mn-ea"/>
              <a:cs typeface="+mn-cs"/>
            </a:endParaRPr>
          </a:p>
          <a:p>
            <a:pPr marL="0" indent="0" eaLnBrk="1" fontAlgn="auto" hangingPunct="1">
              <a:spcAft>
                <a:spcPts val="0"/>
              </a:spcAft>
              <a:buFont typeface="Arial" panose="020B0604020202020204" pitchFamily="34" charset="0"/>
              <a:buNone/>
              <a:defRPr/>
            </a:pPr>
            <a:endParaRPr lang="en-US" dirty="0">
              <a:solidFill>
                <a:schemeClr val="tx1">
                  <a:lumMod val="50000"/>
                  <a:lumOff val="50000"/>
                </a:schemeClr>
              </a:solidFill>
              <a:ea typeface="+mn-ea"/>
              <a:cs typeface="+mn-cs"/>
            </a:endParaRPr>
          </a:p>
        </p:txBody>
      </p:sp>
      <p:pic>
        <p:nvPicPr>
          <p:cNvPr id="7" name="图片 6">
            <a:extLst>
              <a:ext uri="{FF2B5EF4-FFF2-40B4-BE49-F238E27FC236}">
                <a16:creationId xmlns:a16="http://schemas.microsoft.com/office/drawing/2014/main" id="{AD6678D3-83E4-E33B-FB78-86C7856F6091}"/>
              </a:ext>
            </a:extLst>
          </p:cNvPr>
          <p:cNvPicPr>
            <a:picLocks noChangeAspect="1"/>
          </p:cNvPicPr>
          <p:nvPr/>
        </p:nvPicPr>
        <p:blipFill>
          <a:blip r:embed="rId2"/>
          <a:stretch>
            <a:fillRect/>
          </a:stretch>
        </p:blipFill>
        <p:spPr>
          <a:xfrm>
            <a:off x="2736328" y="3164112"/>
            <a:ext cx="1726430" cy="3600000"/>
          </a:xfrm>
          <a:prstGeom prst="rect">
            <a:avLst/>
          </a:prstGeom>
        </p:spPr>
      </p:pic>
      <p:pic>
        <p:nvPicPr>
          <p:cNvPr id="8" name="图片 7">
            <a:extLst>
              <a:ext uri="{FF2B5EF4-FFF2-40B4-BE49-F238E27FC236}">
                <a16:creationId xmlns:a16="http://schemas.microsoft.com/office/drawing/2014/main" id="{BA0D3334-CC9B-04C3-99FA-13E84973A2EB}"/>
              </a:ext>
            </a:extLst>
          </p:cNvPr>
          <p:cNvPicPr>
            <a:picLocks noChangeAspect="1"/>
          </p:cNvPicPr>
          <p:nvPr/>
        </p:nvPicPr>
        <p:blipFill>
          <a:blip r:embed="rId3"/>
          <a:stretch>
            <a:fillRect/>
          </a:stretch>
        </p:blipFill>
        <p:spPr>
          <a:xfrm>
            <a:off x="4681244" y="3164112"/>
            <a:ext cx="1626667" cy="3600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altLang="zh-CN" dirty="0">
                <a:ea typeface="+mj-ea"/>
                <a:cs typeface="+mj-cs"/>
                <a:sym typeface="+mn-ea"/>
              </a:rPr>
              <a:t>Installation Guide</a:t>
            </a:r>
            <a:endParaRPr lang="en-US" dirty="0">
              <a:ea typeface="+mj-ea"/>
              <a:cs typeface="+mj-cs"/>
            </a:endParaRPr>
          </a:p>
        </p:txBody>
      </p:sp>
      <p:sp>
        <p:nvSpPr>
          <p:cNvPr id="3" name="Content Placeholder 2"/>
          <p:cNvSpPr>
            <a:spLocks noGrp="1"/>
          </p:cNvSpPr>
          <p:nvPr>
            <p:ph idx="1"/>
          </p:nvPr>
        </p:nvSpPr>
        <p:spPr/>
        <p:txBody>
          <a:bodyPr rtlCol="0">
            <a:normAutofit/>
          </a:bodyPr>
          <a:lstStyle/>
          <a:p>
            <a:pPr marL="457200" indent="-457200" eaLnBrk="1" fontAlgn="auto" hangingPunct="1">
              <a:lnSpc>
                <a:spcPct val="170000"/>
              </a:lnSpc>
              <a:spcAft>
                <a:spcPts val="0"/>
              </a:spcAft>
              <a:buFont typeface="+mj-lt"/>
              <a:buAutoNum type="arabicPeriod" startAt="4"/>
              <a:defRPr/>
            </a:pPr>
            <a:r>
              <a:rPr lang="en-US" altLang="zh-CN" dirty="0">
                <a:solidFill>
                  <a:schemeClr val="tx1">
                    <a:lumMod val="50000"/>
                    <a:lumOff val="50000"/>
                  </a:schemeClr>
                </a:solidFill>
                <a:ea typeface="+mn-ea"/>
                <a:cs typeface="+mn-cs"/>
                <a:sym typeface="+mn-ea"/>
              </a:rPr>
              <a:t>Verify Installation Success</a:t>
            </a:r>
          </a:p>
          <a:p>
            <a:pPr marL="457200" indent="-457200" eaLnBrk="1" fontAlgn="auto" hangingPunct="1">
              <a:lnSpc>
                <a:spcPct val="170000"/>
              </a:lnSpc>
              <a:spcAft>
                <a:spcPts val="0"/>
              </a:spcAft>
              <a:buFont typeface="+mj-lt"/>
              <a:buAutoNum type="arabicPeriod" startAt="4"/>
              <a:defRPr/>
            </a:pPr>
            <a:endParaRPr lang="en-US" altLang="zh-CN" dirty="0">
              <a:solidFill>
                <a:schemeClr val="tx1">
                  <a:lumMod val="50000"/>
                  <a:lumOff val="50000"/>
                </a:schemeClr>
              </a:solidFill>
              <a:ea typeface="+mn-ea"/>
              <a:cs typeface="+mn-cs"/>
            </a:endParaRPr>
          </a:p>
          <a:p>
            <a:pPr marL="0" indent="0" eaLnBrk="1" fontAlgn="auto" hangingPunct="1">
              <a:spcAft>
                <a:spcPts val="0"/>
              </a:spcAft>
              <a:buFont typeface="Arial" panose="020B0604020202020204" pitchFamily="34" charset="0"/>
              <a:buNone/>
              <a:defRPr/>
            </a:pPr>
            <a:endParaRPr lang="en-US" dirty="0">
              <a:solidFill>
                <a:schemeClr val="tx1">
                  <a:lumMod val="50000"/>
                  <a:lumOff val="50000"/>
                </a:schemeClr>
              </a:solidFill>
              <a:ea typeface="+mn-ea"/>
              <a:cs typeface="+mn-cs"/>
            </a:endParaRPr>
          </a:p>
        </p:txBody>
      </p:sp>
      <p:pic>
        <p:nvPicPr>
          <p:cNvPr id="7" name="图片 6"/>
          <p:cNvPicPr>
            <a:picLocks noChangeAspect="1"/>
          </p:cNvPicPr>
          <p:nvPr/>
        </p:nvPicPr>
        <p:blipFill>
          <a:blip r:embed="rId2"/>
          <a:srcRect t="13639"/>
          <a:stretch>
            <a:fillRect/>
          </a:stretch>
        </p:blipFill>
        <p:spPr>
          <a:xfrm>
            <a:off x="4375785" y="2762250"/>
            <a:ext cx="1878965" cy="3593465"/>
          </a:xfrm>
          <a:prstGeom prst="rect">
            <a:avLst/>
          </a:prstGeom>
        </p:spPr>
      </p:pic>
      <p:pic>
        <p:nvPicPr>
          <p:cNvPr id="9" name="图片 8">
            <a:extLst>
              <a:ext uri="{FF2B5EF4-FFF2-40B4-BE49-F238E27FC236}">
                <a16:creationId xmlns:a16="http://schemas.microsoft.com/office/drawing/2014/main" id="{DE0CEE76-CEE6-C1E0-A692-95464E00AAF1}"/>
              </a:ext>
            </a:extLst>
          </p:cNvPr>
          <p:cNvPicPr>
            <a:picLocks noChangeAspect="1"/>
          </p:cNvPicPr>
          <p:nvPr/>
        </p:nvPicPr>
        <p:blipFill>
          <a:blip r:embed="rId3"/>
          <a:stretch>
            <a:fillRect/>
          </a:stretch>
        </p:blipFill>
        <p:spPr>
          <a:xfrm>
            <a:off x="2362657" y="2755715"/>
            <a:ext cx="1767364" cy="3600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731838"/>
            <a:ext cx="7772400" cy="4267200"/>
          </a:xfrm>
        </p:spPr>
        <p:txBody>
          <a:bodyPr/>
          <a:lstStyle/>
          <a:p>
            <a:pPr eaLnBrk="1" fontAlgn="auto" hangingPunct="1">
              <a:spcAft>
                <a:spcPts val="0"/>
              </a:spcAft>
              <a:defRPr/>
            </a:pPr>
            <a:r>
              <a:rPr lang="en-US" altLang="zh-CN" dirty="0">
                <a:ea typeface="+mj-ea"/>
                <a:cs typeface="+mj-cs"/>
              </a:rPr>
              <a:t>APP in mobile</a:t>
            </a:r>
            <a:br>
              <a:rPr lang="en-US" dirty="0">
                <a:ea typeface="+mj-ea"/>
                <a:cs typeface="+mj-cs"/>
              </a:rPr>
            </a:br>
            <a:endParaRPr lang="en-US" i="1" dirty="0">
              <a:ea typeface="+mj-ea"/>
              <a:cs typeface="+mj-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altLang="zh-CN" dirty="0">
                <a:ea typeface="+mj-ea"/>
                <a:cs typeface="+mj-cs"/>
              </a:rPr>
              <a:t>Quick Start:</a:t>
            </a:r>
          </a:p>
        </p:txBody>
      </p:sp>
      <p:sp>
        <p:nvSpPr>
          <p:cNvPr id="3" name="Content Placeholder 2"/>
          <p:cNvSpPr>
            <a:spLocks noGrp="1"/>
          </p:cNvSpPr>
          <p:nvPr>
            <p:ph idx="1"/>
          </p:nvPr>
        </p:nvSpPr>
        <p:spPr/>
        <p:txBody>
          <a:bodyPr rtlCol="0">
            <a:normAutofit fontScale="92500"/>
          </a:bodyPr>
          <a:lstStyle/>
          <a:p>
            <a:pPr algn="just" eaLnBrk="1" fontAlgn="auto" hangingPunct="1">
              <a:lnSpc>
                <a:spcPct val="150000"/>
              </a:lnSpc>
              <a:spcAft>
                <a:spcPts val="0"/>
              </a:spcAft>
              <a:buFont typeface="Arial" panose="020B0604020202020204" pitchFamily="34" charset="0"/>
              <a:buChar char="•"/>
              <a:defRPr/>
            </a:pPr>
            <a:r>
              <a:rPr lang="en-US" altLang="zh-CN" dirty="0">
                <a:solidFill>
                  <a:schemeClr val="tx1">
                    <a:lumMod val="50000"/>
                    <a:lumOff val="50000"/>
                  </a:schemeClr>
                </a:solidFill>
                <a:ea typeface="+mn-ea"/>
                <a:cs typeface="+mn-cs"/>
              </a:rPr>
              <a:t>Tap the "Fatigue Analysis" icon. Ensure Bluetooth is enabled on the device (the app will prompt to enable Bluetooth if disabled).</a:t>
            </a:r>
          </a:p>
          <a:p>
            <a:pPr algn="just" eaLnBrk="1" fontAlgn="auto" hangingPunct="1">
              <a:lnSpc>
                <a:spcPct val="150000"/>
              </a:lnSpc>
              <a:spcAft>
                <a:spcPts val="0"/>
              </a:spcAft>
              <a:buFont typeface="Arial" panose="020B0604020202020204" pitchFamily="34" charset="0"/>
              <a:buChar char="•"/>
              <a:defRPr/>
            </a:pPr>
            <a:r>
              <a:rPr lang="en-US" altLang="zh-CN" dirty="0">
                <a:solidFill>
                  <a:schemeClr val="tx1">
                    <a:lumMod val="50000"/>
                    <a:lumOff val="50000"/>
                  </a:schemeClr>
                </a:solidFill>
                <a:ea typeface="+mn-ea"/>
                <a:cs typeface="+mn-cs"/>
              </a:rPr>
              <a:t>Scan for Wearable Devices: Tap the " Scan Devices " button on the initial screen. The app will automatically search for nearby wearable sweat monitoring devices (device name starts with "KT"). The app will connect to the first detected device automatically.</a:t>
            </a:r>
          </a:p>
          <a:p>
            <a:pPr algn="just" eaLnBrk="1" fontAlgn="auto" hangingPunct="1">
              <a:lnSpc>
                <a:spcPct val="150000"/>
              </a:lnSpc>
              <a:spcAft>
                <a:spcPts val="0"/>
              </a:spcAft>
              <a:buFont typeface="Arial" panose="020B0604020202020204" pitchFamily="34" charset="0"/>
              <a:buChar char="•"/>
              <a:defRPr/>
            </a:pPr>
            <a:endParaRPr lang="en-US" altLang="zh-CN" dirty="0">
              <a:solidFill>
                <a:schemeClr val="tx1">
                  <a:lumMod val="50000"/>
                  <a:lumOff val="50000"/>
                </a:schemeClr>
              </a:solidFill>
              <a:ea typeface="+mn-ea"/>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8760" y="0"/>
            <a:ext cx="9177020" cy="1600200"/>
          </a:xfrm>
        </p:spPr>
        <p:txBody>
          <a:bodyPr/>
          <a:lstStyle/>
          <a:p>
            <a:pPr eaLnBrk="1" fontAlgn="auto" hangingPunct="1">
              <a:spcAft>
                <a:spcPts val="0"/>
              </a:spcAft>
              <a:defRPr/>
            </a:pPr>
            <a:r>
              <a:rPr lang="en-US" altLang="zh-CN" dirty="0">
                <a:ea typeface="+mj-ea"/>
                <a:cs typeface="+mj-cs"/>
              </a:rPr>
              <a:t>Functionality Walkthrough</a:t>
            </a:r>
            <a:endParaRPr lang="zh-CN" altLang="en-US" dirty="0">
              <a:ea typeface="+mj-ea"/>
              <a:cs typeface="+mj-cs"/>
            </a:endParaRPr>
          </a:p>
        </p:txBody>
      </p:sp>
      <p:sp>
        <p:nvSpPr>
          <p:cNvPr id="24578" name="Content Placeholder 2"/>
          <p:cNvSpPr>
            <a:spLocks noGrp="1"/>
          </p:cNvSpPr>
          <p:nvPr>
            <p:ph idx="1"/>
          </p:nvPr>
        </p:nvSpPr>
        <p:spPr/>
        <p:txBody>
          <a:bodyPr/>
          <a:lstStyle/>
          <a:p>
            <a:pPr algn="just" eaLnBrk="1" hangingPunct="1">
              <a:lnSpc>
                <a:spcPct val="150000"/>
              </a:lnSpc>
            </a:pPr>
            <a:r>
              <a:rPr lang="en-US" altLang="zh-CN" dirty="0">
                <a:latin typeface="Century Gothic" panose="020B0502020202020204" pitchFamily="34" charset="0"/>
              </a:rPr>
              <a:t>Tab 1: Real-time Sensor Data</a:t>
            </a:r>
          </a:p>
          <a:p>
            <a:pPr algn="just" eaLnBrk="1" hangingPunct="1">
              <a:lnSpc>
                <a:spcPct val="150000"/>
              </a:lnSpc>
            </a:pPr>
            <a:r>
              <a:rPr lang="en-US" altLang="zh-CN" dirty="0">
                <a:latin typeface="Century Gothic" panose="020B0502020202020204" pitchFamily="34" charset="0"/>
              </a:rPr>
              <a:t>Data Visualization: Three line charts display:</a:t>
            </a:r>
          </a:p>
          <a:p>
            <a:pPr eaLnBrk="1" hangingPunct="1"/>
            <a:endParaRPr lang="en-US" altLang="zh-CN" b="1" dirty="0">
              <a:latin typeface="Century Gothic" panose="020B0502020202020204" pitchFamily="34" charset="0"/>
            </a:endParaRPr>
          </a:p>
        </p:txBody>
      </p:sp>
      <p:pic>
        <p:nvPicPr>
          <p:cNvPr id="3" name="图片 2"/>
          <p:cNvPicPr>
            <a:picLocks noChangeAspect="1"/>
          </p:cNvPicPr>
          <p:nvPr/>
        </p:nvPicPr>
        <p:blipFill>
          <a:blip r:embed="rId2"/>
          <a:srcRect t="5443"/>
          <a:stretch>
            <a:fillRect/>
          </a:stretch>
        </p:blipFill>
        <p:spPr>
          <a:xfrm>
            <a:off x="2047875" y="2981325"/>
            <a:ext cx="1730445" cy="3600000"/>
          </a:xfrm>
          <a:prstGeom prst="rect">
            <a:avLst/>
          </a:prstGeom>
        </p:spPr>
      </p:pic>
      <p:pic>
        <p:nvPicPr>
          <p:cNvPr id="4" name="图片 3"/>
          <p:cNvPicPr>
            <a:picLocks noChangeAspect="1"/>
          </p:cNvPicPr>
          <p:nvPr/>
        </p:nvPicPr>
        <p:blipFill>
          <a:blip r:embed="rId3"/>
          <a:srcRect t="4861"/>
          <a:stretch>
            <a:fillRect/>
          </a:stretch>
        </p:blipFill>
        <p:spPr>
          <a:xfrm>
            <a:off x="4238625" y="2981325"/>
            <a:ext cx="1719942" cy="3600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8760" y="0"/>
            <a:ext cx="9177020" cy="1600200"/>
          </a:xfrm>
        </p:spPr>
        <p:txBody>
          <a:bodyPr/>
          <a:lstStyle/>
          <a:p>
            <a:pPr eaLnBrk="1" fontAlgn="auto" hangingPunct="1">
              <a:spcAft>
                <a:spcPts val="0"/>
              </a:spcAft>
              <a:defRPr/>
            </a:pPr>
            <a:r>
              <a:rPr lang="en-US" altLang="zh-CN" dirty="0">
                <a:ea typeface="+mj-ea"/>
                <a:cs typeface="+mj-cs"/>
              </a:rPr>
              <a:t>Functionality Walkthrough</a:t>
            </a:r>
            <a:endParaRPr lang="zh-CN" altLang="en-US" dirty="0">
              <a:ea typeface="+mj-ea"/>
              <a:cs typeface="+mj-cs"/>
            </a:endParaRPr>
          </a:p>
        </p:txBody>
      </p:sp>
      <p:sp>
        <p:nvSpPr>
          <p:cNvPr id="24578" name="Content Placeholder 2"/>
          <p:cNvSpPr>
            <a:spLocks noGrp="1"/>
          </p:cNvSpPr>
          <p:nvPr>
            <p:ph idx="1"/>
          </p:nvPr>
        </p:nvSpPr>
        <p:spPr/>
        <p:txBody>
          <a:bodyPr/>
          <a:lstStyle/>
          <a:p>
            <a:pPr algn="just" eaLnBrk="1" hangingPunct="1">
              <a:lnSpc>
                <a:spcPct val="150000"/>
              </a:lnSpc>
              <a:buClrTx/>
              <a:buSzTx/>
            </a:pPr>
            <a:r>
              <a:rPr lang="en-US" altLang="zh-CN" dirty="0">
                <a:latin typeface="Century Gothic" panose="020B0502020202020204" pitchFamily="34" charset="0"/>
              </a:rPr>
              <a:t>Tab 2: Fatigue Analysis</a:t>
            </a:r>
          </a:p>
          <a:p>
            <a:pPr algn="just" eaLnBrk="1" hangingPunct="1">
              <a:lnSpc>
                <a:spcPct val="150000"/>
              </a:lnSpc>
              <a:buClrTx/>
              <a:buSzTx/>
            </a:pPr>
            <a:r>
              <a:rPr lang="en-US" altLang="zh-CN" dirty="0">
                <a:latin typeface="Century Gothic" panose="020B0502020202020204" pitchFamily="34" charset="0"/>
              </a:rPr>
              <a:t>Fatigue Level Gauge</a:t>
            </a:r>
          </a:p>
          <a:p>
            <a:pPr algn="just" eaLnBrk="1" hangingPunct="1">
              <a:lnSpc>
                <a:spcPct val="150000"/>
              </a:lnSpc>
              <a:buClrTx/>
              <a:buSzTx/>
            </a:pPr>
            <a:r>
              <a:rPr lang="en-US" altLang="zh-CN" dirty="0">
                <a:latin typeface="Century Gothic" panose="020B0502020202020204" pitchFamily="34" charset="0"/>
              </a:rPr>
              <a:t>Fatigue Classification Chart</a:t>
            </a:r>
          </a:p>
          <a:p>
            <a:pPr algn="just" eaLnBrk="1" hangingPunct="1">
              <a:lnSpc>
                <a:spcPct val="150000"/>
              </a:lnSpc>
              <a:buClrTx/>
              <a:buSzTx/>
            </a:pPr>
            <a:r>
              <a:rPr lang="en-US" altLang="zh-CN" dirty="0">
                <a:latin typeface="Century Gothic" panose="020B0502020202020204" pitchFamily="34" charset="0"/>
              </a:rPr>
              <a:t>Supply Recommendations</a:t>
            </a:r>
          </a:p>
          <a:p>
            <a:pPr algn="just" eaLnBrk="1" hangingPunct="1">
              <a:lnSpc>
                <a:spcPct val="150000"/>
              </a:lnSpc>
              <a:buClrTx/>
              <a:buSzTx/>
            </a:pPr>
            <a:endParaRPr lang="en-US" altLang="zh-CN" b="1" dirty="0">
              <a:latin typeface="Century Gothic" panose="020B0502020202020204" pitchFamily="34" charset="0"/>
            </a:endParaRPr>
          </a:p>
        </p:txBody>
      </p:sp>
      <p:pic>
        <p:nvPicPr>
          <p:cNvPr id="3" name="图片 2"/>
          <p:cNvPicPr>
            <a:picLocks noChangeAspect="1"/>
          </p:cNvPicPr>
          <p:nvPr/>
        </p:nvPicPr>
        <p:blipFill>
          <a:blip r:embed="rId2"/>
          <a:srcRect t="5972"/>
          <a:stretch>
            <a:fillRect/>
          </a:stretch>
        </p:blipFill>
        <p:spPr>
          <a:xfrm>
            <a:off x="5229225" y="1552575"/>
            <a:ext cx="1740266" cy="3600000"/>
          </a:xfrm>
          <a:prstGeom prst="rect">
            <a:avLst/>
          </a:prstGeom>
        </p:spPr>
      </p:pic>
      <p:pic>
        <p:nvPicPr>
          <p:cNvPr id="4" name="图片 3"/>
          <p:cNvPicPr>
            <a:picLocks noChangeAspect="1"/>
          </p:cNvPicPr>
          <p:nvPr/>
        </p:nvPicPr>
        <p:blipFill>
          <a:blip r:embed="rId3"/>
          <a:srcRect t="4769"/>
          <a:stretch>
            <a:fillRect/>
          </a:stretch>
        </p:blipFill>
        <p:spPr>
          <a:xfrm>
            <a:off x="7235825" y="1600200"/>
            <a:ext cx="1718269" cy="3600000"/>
          </a:xfrm>
          <a:prstGeom prst="rect">
            <a:avLst/>
          </a:prstGeom>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xecutive">
  <a:themeElements>
    <a:clrScheme name="Executive">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xecutive">
      <a:maj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xecutiv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Executive.thmx</Template>
  <TotalTime>7</TotalTime>
  <Words>381</Words>
  <Application>Microsoft Office PowerPoint</Application>
  <PresentationFormat>全屏显示(4:3)</PresentationFormat>
  <Paragraphs>41</Paragraphs>
  <Slides>12</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12</vt:i4>
      </vt:variant>
    </vt:vector>
  </HeadingPairs>
  <TitlesOfParts>
    <vt:vector size="18" baseType="lpstr">
      <vt:lpstr>Arial</vt:lpstr>
      <vt:lpstr>Calibri</vt:lpstr>
      <vt:lpstr>Century Gothic</vt:lpstr>
      <vt:lpstr>Courier New</vt:lpstr>
      <vt:lpstr>Palatino Linotype</vt:lpstr>
      <vt:lpstr>Executive</vt:lpstr>
      <vt:lpstr>Installation Guide </vt:lpstr>
      <vt:lpstr>Installation Guide</vt:lpstr>
      <vt:lpstr>Installation Guide</vt:lpstr>
      <vt:lpstr>Installation Guide</vt:lpstr>
      <vt:lpstr>Installation Guide</vt:lpstr>
      <vt:lpstr>Installation Guide</vt:lpstr>
      <vt:lpstr>Installation Guide</vt:lpstr>
      <vt:lpstr>Installation Guide</vt:lpstr>
      <vt:lpstr>APP in mobile </vt:lpstr>
      <vt:lpstr>Quick Start:</vt:lpstr>
      <vt:lpstr>Functionality Walkthrough</vt:lpstr>
      <vt:lpstr>Functionality Walkthrough</vt:lpstr>
    </vt:vector>
  </TitlesOfParts>
  <Company>Pinka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Compare</dc:title>
  <dc:creator>Lior Pinkus</dc:creator>
  <cp:lastModifiedBy>jingying yang</cp:lastModifiedBy>
  <cp:revision>180</cp:revision>
  <dcterms:created xsi:type="dcterms:W3CDTF">2014-10-23T16:05:00Z</dcterms:created>
  <dcterms:modified xsi:type="dcterms:W3CDTF">2025-11-24T06:01:34Z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F6F5409025794B30A27E4BAE12B9137D_13</vt:lpwstr>
  </property>
  <property fmtid="{D5CDD505-2E9C-101B-9397-08002B2CF9AE}" pid="3" name="KSOProductBuildVer">
    <vt:lpwstr>2052-12.1.0.23125</vt:lpwstr>
  </property>
</Properties>
</file>